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2.xml" ContentType="application/inkml+xml"/>
  <Override PartName="/ppt/notesSlides/notesSlide9.xml" ContentType="application/vnd.openxmlformats-officedocument.presentationml.notesSlide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1824" r:id="rId2"/>
    <p:sldId id="2736" r:id="rId3"/>
    <p:sldId id="2737" r:id="rId4"/>
    <p:sldId id="2738" r:id="rId5"/>
    <p:sldId id="2739" r:id="rId6"/>
    <p:sldId id="2740" r:id="rId7"/>
    <p:sldId id="2742" r:id="rId8"/>
    <p:sldId id="2743" r:id="rId9"/>
    <p:sldId id="274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87"/>
    <p:restoredTop sz="73087"/>
  </p:normalViewPr>
  <p:slideViewPr>
    <p:cSldViewPr snapToGrid="0">
      <p:cViewPr>
        <p:scale>
          <a:sx n="108" d="100"/>
          <a:sy n="108" d="100"/>
        </p:scale>
        <p:origin x="54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2:35:31.5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7266 7463 24575,'-4'0'0,"23"0"0,17 0 0,10 0 0,3 0 0,7 0 0,4 0-1134,-6 0 0,4 0 1,1 0-1,1 0 1134,-5 0 0,1 0 0,2 0 0,-1 0 0,1 0 0,1 0 0,0 0 0,1 0 0,-1 0 0,0 0 0,-1 0 0,0 0 0,0 0 0,-1 0 0,0 0 0,-1 0 0,0 0 0,-1 0 0,0 0 0,-1 0 0,7 0 0,-2 0 0,0 0 0,-2 0 116,10 0 1,-3 0-1,-1 0-116,-6 0 0,-3 0 0,-1 0 0,-5 0 0,-2 0 0,0 0 479,17 0 1,-2 0-480,-5 0 0,-2 0 0,-4 0 0,-1 0 0,-2 0 0,-1 0 1150,-1 0 0,-1 0-1150,-1 0 0,0 0 463,-4 0 1,-1 0-464,25 0 0,-12 0 0,-13 0 0,-11 0 0,-9 0 0,-7 0 0,0 0 0,13 0 0,18-2 0,-9 0 0,2-2 0,5-1 0,2-1 0,-4 0 0,-1-1 0,24-5 0,-23 4 0,-20 5 0,-10 2 0</inkml:trace>
  <inkml:trace contextRef="#ctx0" brushRef="#br0" timeOffset="2150">7907 7497 24575,'-17'-3'0,"3"1"0,-9 0 0,-6 2 0,-7 0 0,-9 0 0,0 0 0,-11 0 0,22 0 0,-1 0 0,-4 0 0,-2-2 0,-3-2 0,0-1 0,2-2 0,1-2 0,2-2 0,1-2 0,3-1 0,1-1 0,2 1 0,1-2 0,2 1 0,0-1 0,-22-15 0,6 1 0,8 1 0,5 2 0,1 1 0,2 0 0,2 0 0,4 2 0,7 3 0,6 5 0,4 2 0,5-2 0,0-7 0,3-12 0,7-12 0,15-12 0,-1 23 0,5-1 0,12-4 0,5-1-284,-8 12 1,2 0 0,3 1 283,4 0 0,1 1 0,3 2 0,1 1 0,2 1 0,0 1 0,1 3 0,1 1 0,1 1 0,1 2 0,0 0 0,1 1 0,-1 1 0,1 1 0,-1 0 0,1 1 0,-1 1 0,0 0 0,-2 1 0,-1 0 0,0 2 0,-2 0 0,-1 2 0,1 1 0,-2 0 0,-1 2 0,1 0 0,-1 1 0,1 1 0,-1 0 0,0 0 0,1 2 0,-1-1 0,0 0 0,0 0 0,0 0 0,1 0 0,0 0 0,0 1 0,-2 1 0,-1 1 0,0 1 0,0 2 0,-1 1 0,0 2 0,1 1 0,-1 1 0,-1 2-124,-1 1 1,-1 1 0,1 0 123,-2 1 0,0-1 0,0 0 0,18 8 0,-3-1 0,-5-1 0,-1 1 0,-6-3 0,-2 1 0,-5-1 0,-1 1 0,-3 1 0,-1 1 0,-2 0 0,-1 1 416,1 3 1,-1 0-417,0 2 0,0 2 193,-2-2 1,-1 0-194,-1 0 0,-1 0 0,17 22 0,-8-6 0,-7-3 0,-5-2 0,-5-2 0,-5-2 0,-3-2 0,-3 1 0,-3-2 0,-1-1 0,-2-1 0,0-4 0,-2 0 0,-5 1 0,-5 4 0,-6 3 0,-3 2 0,1-4 0,0-6 0,3-7 0,1-8 0,-2-4 0,1-4 0,-1-3 0,9 0 0,1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2:23:54.2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2913 13400 24575,'-8'-6'0,"-1"2"0,-9 2 0,-9 2 0,-9 0 0,-8 0 0,6 0 0,8-2 0,10 3 0,12 2 0,4 2 0,4 11 0,0 15 0,0 17 0,0 15 0,2-27 0,3 1 0,6 2 0,5 0 0,8 3 0,7-1 0,9 1 0,5-1 0,6-2 0,2-3 0,-16-12 0,0-2 0,0 0 0,19 10 0,-1-2 0,-3-1 0,-1-1 0,-3 1 0,-2-1 0,-8-2 0,-3 0 0,-7-4 0,-4 0 0,5 13 0,-18-10 0,-21-2 0,-31 4 0,5-9 0,-6 0 0,-11 4 0,-4-1 0,15-7 0,0 0 0,0 0 0,-18 4 0,2-1 0,9-4 0,5-2 0,-7 1 0,26-7 0</inkml:trace>
  <inkml:trace contextRef="#ctx0" brushRef="#br0" timeOffset="749">3481 13514 24575,'58'0'0,"-17"0"0,4 0 0,18 0 0,3 0 0,-20 0 0,-1 0 0,1 0 0,-1 0 0,-1 0 0,-1 0 0,11 0 0,-5 0 0,-13 0 0,-4 0 0,13 0 0,-28 0 0,-12 0 0</inkml:trace>
  <inkml:trace contextRef="#ctx0" brushRef="#br0" timeOffset="1799">3794 14060 24575,'50'-8'0,"-8"0"0,5-2 0,-5 1 0,4-1 0,1 0-447,6-1 0,1 0 1,1 0 446,-3 0 0,0 1 0,-2 0 0,14-2 0,-5 2 218,-15 4 0,-5 1-218,11-1 55,-26 4 1,-14 1 0,-7 0-1</inkml:trace>
  <inkml:trace contextRef="#ctx0" brushRef="#br0" timeOffset="3233">3869 13647 24575,'-3'18'0,"0"32"0,3-8 0,0 4 0,0 8 0,0 3 0,0-1 0,0-1 0,0-9 0,0-3 0,0 14 0,0-23 0,0-18 0,0-9 0,0 1 0,0 2 0,0 1 0,0 1 0,1 0 0,2 0 0,2 2 0,2 3 0,2 6 0,0 6 0,2 6 0,1 3 0,-3-5 0,0-5 0,-2-9 0,-2-7 0,1-5 0,1-4 0,5-2 0,11-1 0,16 3 0,19 3 0,-24 0 0,3 0 0,1 1 0,-1 1 0,-1 1 0,-2-1 0,23 6 0,-15-4 0,-16-4 0,-9-4 0,-6-1 0,-5-1 0,-2 0 0</inkml:trace>
  <inkml:trace contextRef="#ctx0" brushRef="#br0" timeOffset="4482">4818 13509 24575,'0'62'0,"0"-13"0,0 3 0,0 11 0,0 2 0,0-20 0,0 0 0,0-1 0,0 10 0,0-5 0,0 14 0,0-27 0,1-20 0,2-11 0,3-3 0,5-2 0,9 2 0,12 5 0,17 8 0,11 8 0,-27-11 0,0 0 0,1 1 0,-1 0 0,-1-2 0,0-1 0,29 9 0,-7-3 0,-8-4 0,-5-3 0,-7-2 0,1-2 0,1 0 0,-2-1 0,-5-2 0,-14-1 0,-7-1 0</inkml:trace>
  <inkml:trace contextRef="#ctx0" brushRef="#br0" timeOffset="5483">5962 13295 24575,'0'13'0,"0"26"0,0-5 0,0 5 0,0 6 0,0 2 0,0 1 0,0-1 0,0-6 0,0-2 0,0 24 0,0-22 0,0-18 0,0-9 0,3-8 0,8 1 0,14 3 0,17 3 0,18 6 0,-25-7 0,1-1 0,3 1 0,1 0 0,2-1 0,1-1 0,-2-1 0,1-3 0,-1-1 0,-1-1 0,-4-2 0,-1-1 0,21-1 0,-17 0 0,-14 0 0,-7 0 0,-2-2 0,0-2 0,-1-3 0,-7 3 0,-4 1 0</inkml:trace>
  <inkml:trace contextRef="#ctx0" brushRef="#br0" timeOffset="6233">6471 13525 24575,'0'35'0,"0"3"0,0 7 0,0 1 0,0 5 0,0 3-873,0-4 1,0 3 0,0 1 0,0 0 872,0 4 0,0 1 0,0 0 0,0-1 0,0-2 0,0 0 0,0-1 0,0-2 195,0 9 1,0-1 0,0-4-196,0 11 0,0-6 342,0-17 1,0-5-343,0 8 0,-1-24 0,-5-2 0,3-15 0,-2 7 0</inkml:trace>
  <inkml:trace contextRef="#ctx0" brushRef="#br0" timeOffset="10599">8044 13712 24575,'0'43'0,"0"-1"0,0 7 0,0-1 0,0 3 0,0 3-598,0 5 0,0 3 0,0-1 598,0-2 0,0 1 0,0-3 0,0-11 0,0-1 0,0-4 290,0 0 0,0-4-290,0 10 296,0-25-296,0-10 0,0-1 0,1 0 918,3-2-918,3-1 0,4-3 0,4-2 0,8 1 0,15 0 0,19 0 0,-22-3 0,3 0 0,3 0 0,1 0 0,2-1 0,-1 0 0,-3 0 0,0 0 0,-5 0 0,-1 0 0,26 0 0,-9 0 0,-9 0 0,-9-3-1696,-11-2 0,-11 2 0,-5-1 0</inkml:trace>
  <inkml:trace contextRef="#ctx0" brushRef="#br0" timeOffset="11400">8850 14176 24575,'0'31'0,"0"25"0,0-15 0,0 3 0,0 6 0,0 1 0,0-2 0,0-2 0,0-8 0,0-3 0,0 17 0,0-28 0,0-15 0</inkml:trace>
  <inkml:trace contextRef="#ctx0" brushRef="#br0" timeOffset="12016">8850 13772 24575,'0'0'0</inkml:trace>
  <inkml:trace contextRef="#ctx0" brushRef="#br0" timeOffset="13433">9219 14216 24575,'0'33'0,"0"0"0,0 6 0,0 20 0,0 7-523,0-14 0,0 1 0,0 1 523,0-1 0,0 1 0,0-1 0,0-6 0,0-2 0,0-2 254,0 5 1,0-6-255,0 14 260,0-31-260,0-30 0,0-22 0,0-25 400,1 18 0,2-1-400,2-2 0,3 0 0,3 0 0,3 0 0,5 1 0,2 1 0,3 0 0,1 2 0,0 1 0,1 1 0,-3 5 0,0 1 0,13-13 0,-10 15 0,-9 13 0,-6 5 0,-4 4 0,-1 3 0,1 4 0,0 8 0,4 13 0,2 19 0,-5-14 0,0 2 0,1 4 0,-1 2 0,1-1 0,-1-1 0,0-5 0,-1-2 0,5 13 0,-4-17 0,-5-16 0,-1-6 0</inkml:trace>
  <inkml:trace contextRef="#ctx0" brushRef="#br0" timeOffset="15182">9929 14429 24575,'-3'13'0,"0"14"0,3 22 0,0-17 0,0 2 0,0 2 0,0 1 0,0-3 0,0-1 0,0 26 0,0-9 0,3-7 0,3-6 0,5-7 0,5-7 0,4-4 0,1-6 0,1-3 0,-2-3 0,-4-4 0,-3-2 0,0-1 0,-1-1 0,1-3 0,6-11 0,7-16 0,10-21 0,-15 17 0,0-2 0,1-4 0,-1 0 0,-2 1 0,-2 1 0,-2 5 0,-3 2 0,4-17 0,-8 17 0,-5 10 0,-3 7 0,0 3 0,0-1 0,0 2 0,0 1 0,0 1 0,-2 2 0,1 3 0,-2 5 0,0 8 0,2 8 0,-1 7 0,2 16 0,0 22 0,0-23 0,0 3 0,0 3 0,0 2 0,0 0 0,0-2 0,0-6 0,0-2 0,0 21 0,0-21 0,0-15 0,0-8 0,0-3 0,0-5 0,0-2 0</inkml:trace>
  <inkml:trace contextRef="#ctx0" brushRef="#br0" timeOffset="16516">10648 14260 24575,'8'8'0,"12"21"0,-2-2 0,2 3 0,4 5 0,1 3 0,3 2 0,-1 0 0,-3-5 0,-2-3 0,8 14 0,-10-14 0,-9-15 0,-1-2 0,2 2 0,4 6 0,1 4 0,0-2 0,-3-5 0,-5-7 0,-5-6 0,-2-3 0</inkml:trace>
  <inkml:trace contextRef="#ctx0" brushRef="#br0" timeOffset="17533">11171 14285 24575,'-13'0'0,"-10"0"0,-19 13 0,12 2 0,-2 5 0,-8 6 0,1 3 0,-2 6 0,2 2 0,1-1 0,3-1 0,6-4 0,2-2 0,-15 19 0,15-13 0,10-10 0,6-7 0,6-5 0,3-7 0,1-3 0</inkml:trace>
  <inkml:trace contextRef="#ctx0" brushRef="#br0" timeOffset="18966">10567 14882 24575,'0'-11'0,"0"-9"0,-2-14 0,6-12 0,8-6 0,8 3 0,6 5 0,-3 7 0,-2 4 0,-1 2 0,0-2 0,2-2 0,-2-2 0,-2 5 0,-8 13 0,-4 8 0</inkml:trace>
  <inkml:trace contextRef="#ctx0" brushRef="#br0" timeOffset="212733.27">2966 15197 24575,'41'0'0,"-1"0"0,12 0 0,6 0 0,-12 0 0,4 0 0,5 0 0,2 0 0,2 0 0,2 0-1093,-6 0 1,2 0 0,2 0 0,2 0-1,2 0 1,1 0 0,0 0 0,1 0-1,1 0 957,-5 0 1,1 0-1,1 0 1,1 0-1,0 0 1,1 0 0,1 0-1,0 0 1,0 0-1,0 0 1,1 0-31,-8 0 0,1 0 0,0 0 1,1 0-1,0 0 0,0 0 1,0 0-1,1 0 0,-1 0 0,0 0 1,1 0-1,-2 0 0,1 0 166,4 0 0,-1 0 0,1 0 0,0 0 0,0 0 0,0 0 0,-1 0 0,0 0 0,0 0 0,-1 0 0,0 0 0,0 0-64,0 0 0,-1 0 1,1 0-1,-1 0 0,-1 0 1,0 0-1,0 0 0,0 0 1,-1 0-1,-1 0 0,1 0 64,7 0 0,0 0 0,-1 0 0,1 0 0,-2 0 0,0 0 0,-2 0 0,0 0 0,-2 0-169,7 0 1,-2 0-1,-1 0 1,-1 0 0,-2 0-1,0 0 1,-1 0 168,1 0 0,0 0 0,-2 0 0,-1 0 0,-1 0 0,-2 0 384,2 0 1,-2 0 0,-2 0 0,-1 0 0,-2 0-385,4 0 0,-2 0 0,-2 0 0,-2 0 1134,6 1 0,-3 0 1,-2 1-1135,8 1 0,-4 1 2367,-11-1 1,-5 2-2368,10 4 3494,-22-3-3494,-6-1 1627,6 0-1627,14 3 173,19 1-173,-20-4 0,4-1 0,6 0 0,3-1 0,7-1 0,2 0 0,-18-1 0,2 1 0,0-1-142,2 1 0,0 1 0,0 0 142,-1 0 0,0 0 0,0 1 0,20 3 0,-3 1 0,-7 0 0,-4 0 0,-12-2 0,-3 1 0,17 4 0,-26-6 0,-14-8 0,-9 0 0,-4-2 0</inkml:trace>
  <inkml:trace contextRef="#ctx0" brushRef="#br0" timeOffset="-135713.46">8849 16031 24575,'-1'6'0,"-14"-3"0,-45 0 0,18-3 0,-8 0 0,-4 0-1479,6 0 1,-3 0 0,-3 0 0,-3 0 0,-2 0 1478,5 0 0,-2 0 0,-2 0 0,-2 0 0,-2 0 0,0 0 0,-1 0-467,5 0 0,-1 0 0,0 0 0,-2 0 0,-1 0 0,0 0 0,-1 0 0,0 0 0,0 0 467,1 0 0,0 0 0,-1 0 0,0 0 0,0 0 0,-1 0 0,0 0 0,0 0 0,0 0 0,0 0-143,5 0 1,-1 0 0,0 0 0,0 0 0,-1 0 0,1 0 0,0 0-1,0 0 1,0-1 0,0 0 0,1 0 142,-4 0 0,0-1 0,0 0 0,0 0 0,1 0 0,0-1 0,0 1 0,1-1 0,0-1 0,1 1-195,-2-1 0,1 0 0,0-1 0,1 1 1,0-1-1,1-1 0,0 1 0,1-1 0,1-1 195,-8-1 0,0 0 0,0 0 0,2-2 0,1 1 0,1-2 0,1 1 51,-3-3 1,2 0 0,1 0 0,1-1 0,1-1 0,1 0-52,-5-2 0,1 0 0,1-1 0,2-1 0,0 0 389,5 0 1,1-1 0,1 0-1,1-2 1,1 0-390,-10-6 0,2-2 0,1-1 0,2-1 0,4 0 0,2 0 0,1-1 0,1-1 779,4 0 1,2 0-1,1 0 1,0-1-780,-8-10 0,1 0 0,1 0 0,4 3 0,1 1 0,1-1 987,3 3 0,0 0 0,1-1-987,1 2 0,1 1 0,2-2 0,2 2 0,2-2 0,1 1 0,3 0 0,1-1 0,2 1 1229,-6-20 1,4 0-1230,4 1 0,2-2 0,2 0 0,2-1 0,3 1 0,2 1 0,2 1 0,1 1 1007,2 2 0,1 1-1007,2 2 0,0 0 637,3-1 1,3 1-638,3-1 0,5 0 0,8-4 0,7 1-109,-4 15 0,3 1 0,3-1 109,6-2 0,4 0 0,3 1 0,-7 9 0,1 1 0,3 1 0,2 0-629,7-1 0,1 1 1,3 1-1,3 1 629,-5 4 0,2 1 0,2 1 0,1 0 0,2 2-624,-4 2 1,2 1 0,1 1 0,2 0 0,0 1 0,2 1 623,-4 1 0,1 1 0,1 1 0,1 0 0,1 1 0,0 0 0,1 1-444,-5 2 1,1 0-1,0 0 1,1 1-1,0 1 1,0 0 0,1 0-1,-1 1 444,3 0 0,-1 1 0,1 0 0,0 1 0,1 0 0,-1 0 0,1 0 0,0 0 0,-6 1 0,0 0 0,0 0 0,1 0 0,-1 0 0,1 1 0,0-1 0,0 1 0,0 0-290,1 1 0,1-1 1,-1 1-1,1 0 1,-1 0-1,1 0 1,0 1-1,0 0 1,1 0 289,1 1 0,0-1 0,0 2 0,0-1 0,1 0 0,0 1 0,-1 1 0,1-1 0,0 1 0,-5 0 0,0 0 0,0 1 0,0-1 0,0 1 0,0 0 0,0 1 0,0 0 0,1 0 0,-1 0 0,0 1 0,0-1 0,1 2 0,-1-1 0,1 1 0,-1 0 0,0 0 0,0 0 0,0 0 0,-1 1 0,3 0 0,1 0 0,-1 1 0,0-1 0,0 1 0,-1 0 0,0 0 0,-1 1 0,0-1-113,5 2 0,-1-1 0,0 1 1,-1 0-1,0 0 0,0 0 1,-2 1-1,1 0 113,-4-1 0,-1 0 0,0 1 0,0-1 0,-1 1 0,-1 0 0,0 1 0,0 0 34,2 1 0,1 1 0,-2 0 0,0 0 0,-1 1 0,0 0 0,0 0-34,6 4 0,0-1 0,-1 2 0,-1-1 0,-1 1 0,-1 1 199,-5-2 1,-1 0-1,-1 1 1,-1 1-1,-1 0 1,-1 0-200,4 3 0,-1 1 0,-2 0 0,-1 1 0,-1 0 620,6 5 0,-3 1 1,-1 1-1,-2 0-620,-5 0 0,-2 0 0,-1 1 0,-2 0 0,6 9 0,-2 2 0,-2-1 955,-6-1 1,-1-1-1,-2 1-955,-3-3 0,-1 0 0,-2 0 0,-3-3 0,-1 0 0,-1 0 0,8 19 0,-3 1 1441,-3-1 1,-1 0-1442,-3-2 0,-1-1 1192,-3-4 1,-2-2-1193,-3-6 0,-1-4 1571,1 22-1571,-13-16 647,-18-7-647,-2-17 0,-5 0 0,-15 5 0,-8 0 0,6-5 0,-4 0 0,-3 0-583,5-3 1,-3 0 0,-1 1 0,-2-1 582,5-1 0,-2-1 0,-1 1 0,-2 0 0,1-1-588,-5 2 1,-1 0 0,-1 0 0,0-1-1,-1 0 588,9-3 0,-1 0 0,0 0 0,0 0 0,0-1 0,-1 0 0,0 0 0,0-1 0,0 0 0,-1 0 0,0-1 0,0-1 0,-1 0 0,0 0 0,-1-2 0,1 1 0,-1-2 0,-1 1-505,-3-1 0,0 0 0,-1-1 0,0 0 0,0-1 0,0 0 505,-1 0 0,1-1 0,-1-1 0,0 0 0,0 0 0,-1 0 0,10-2 0,-1 1 0,0-1 0,0 0 0,0-1 0,0 1 0,1-1 0,-8 1 0,0-1 0,0 0 0,1 0 0,0-1 0,1 1-288,4-1 1,0 0 0,1 0 0,0 0-1,1 0 1,1 0 287,-8-1 0,1 1 0,1-1 0,2 0 0,1-1 177,-5 0 0,2 0 0,2 0 0,2-2-177,-7 0 0,3-1 0,2-1 706,11 0 0,3-1 0,2-1-706,-10-2 0,4-1 661,8 1 1,5-1 0,-4 0 0,18 2 0</inkml:trace>
  <inkml:trace contextRef="#ctx0" brushRef="#br0" timeOffset="-131280.46">11631 13181 24575,'16'0'0,"20"0"0,-1 0 0,7 0 0,14 0 0,6 0 0,-12 0 0,3 0 0,1 0-344,3 0 1,0 0 0,0 0 343,-3 1 0,-1 0 0,-2 3 0,15 4 0,-5 8 126,-15 5 1,-8 10-127,-12 12 0,-9 8 0,-8-6 0,-4 5 0,-5 2-553,-4-3 1,-2 1 0,-4 3-1,-2 0 553,-1-3 0,-3 0 0,-2 2 0,-1 0 0,-2 0-466,-2 3 1,-3 0-1,-2 0 1,0 0 0,-2-2 465,0-1 0,-1-1 0,-2-1 0,1-2 0,0-1 0,-3 4 0,-1-2 0,0-2 0,3-4 199,-2 2 0,1-4 1,2-5-200,0 1 0,3-6 0,-5 0 0,20-20 0,10-10 0</inkml:trace>
  <inkml:trace contextRef="#ctx0" brushRef="#br0" timeOffset="-130797.46">12156 15775 24575,'2'3'0,"-1"0"0</inkml:trace>
  <inkml:trace contextRef="#ctx0" brushRef="#br0" timeOffset="-130013.46">12159 15781 24575,'21'0'0,"9"0"0,11 0 0,6 0 0,-1 0 0,-10 0 0,-10 0 0,-14 0 0,-7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2:36:14.6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7467 9458 24575,'47'0'0,"-11"0"0,5 0 0,20 0 0,6 0-825,-12 0 0,2 0 0,2 0 825,4 0 0,1 0 0,0 0 0,1 0 0,0 0 0,-1 0 0,-3 0 0,-1 0 0,-1 0 0,-4 0 0,0 0 0,-2 0 131,-4 0 0,-1 0 0,0 0-131,17 0 0,-1 0 0,-4 0 0,-2 0 0,-3 1 0,-2 0 249,-1 1 1,0 0-250,-4 1 0,-1-1 0,-3 0 0,-1 0 0,-4 0 0,-2 0 1257,25 2-1257,-18 0 326,-12 1-326,-8-2 0,-3-2 0,3 1 0,-3-2 0,-2 0 0,-5 0 0,-1 0 0,4 0 0,9 0 0,7 0 0,3 0 0,-6 0 0,-7 0 0,-7 0 0,-3 0 0,-2 0 0,-5 0 0,-2 0 0</inkml:trace>
  <inkml:trace contextRef="#ctx0" brushRef="#br0" timeOffset="2733">4241 9712 24575,'4'-3'0,"16"1"0,28 2 0,-9 0 0,4 0 0,15 0 0,5 0-353,-16 0 0,3 0 0,0 0 353,3 0 0,1 0 0,0 0 0,0 0 0,1 0 0,0 0 0,-3 0 0,1 0 0,-1 0 0,-1 0 0,-1 0 0,0 0 0,1 0 0,0 0 0,0 0 0,-2 0 0,0 0 0,0 0 0,-1 0 0,-1 0 0,0 0 20,-2 0 0,0 0 0,-1 0-20,18 0 0,-1 0 0,-5 0 0,-2 0 0,-2 0 0,-2 0 0,-4 0 0,0 0 0,-3 0 0,-1 0 395,0 0 1,-2 0-396,-1 0 0,-1 0 104,-2 0 0,1 0-104,-2 0 0,1 0 0,0-1 0,0 0 0,2-2 0,1-1 0,1-2 0,1 0 0,3-3 0,0-1 0,3-1 0,0-1 0,1-1 0,0 1 0,2-2 0,1 1 0,0 0 0,1 1 0,0-1 0,1 2 0,-2 1 0,0 2 0,-3 0 0,-2 2 0,-3 0 0,-1 1 0,-5 0 0,-1 1 0,25-3 0,-12 1 0,-15 3 0,-10 1 0,-8 2 0,-5 0 0,-4 0 0,-1 0 0,0 0 0,-1 0 0,2 0 0,2 0 0,4 0 0,6 0 0,1 0 0,-2 0 0,-4 0 0,-5 0 0,-10-4 0,-26-12 0,13 8 0,-12-6 0</inkml:trace>
  <inkml:trace contextRef="#ctx0" brushRef="#br0" timeOffset="7650">4811 9540 24575,'20'0'0,"27"0"0,-5 0 0,6 0 0,-6 0 0,2 0 0,2 0-647,7 0 1,2 0 0,1 0 646,3 0 0,1 0 0,0 0 0,2 0 0,0 0 0,0 0 0,-3-1 0,1 0 0,-2-1 0,-4 1 0,0-1 0,-2 1 138,-4-1 0,-2 0 0,-1 1-138,14-1 0,-2 0 185,-5 2 0,-2 0-185,-5 0 0,-2 0 0,-6 0 0,-1 0 0,27 0 985,-14 0-985,-13 0 170,-9 0-170,-9 0 0,-3 0 0,-1 0 0,-2 0 0,2 0 0,2 0 0,4 0 0,6 0 0,4 0 0,5-1 0,2-1 0,0 0 0,-1 0 0,3-1 0,1 1 0,3 0 0,0 1 0,-2 1 0,-7 0 0,-7 0 0,-8 0 0,-6 0 0,-6 0 0,-3 0 0,-3 0 0</inkml:trace>
  <inkml:trace contextRef="#ctx0" brushRef="#br0" timeOffset="13517">7029 9549 24575,'53'0'0,"0"0"0,0 0 0,5 0 0,4 0 0,-10 0 0,2 0 0,4 0 0,1 0 0,1 0-1280,0 0 1,3 0 0,1 0 0,1 0 0,0 0 0,0 0 1279,-8 0 0,1 0 0,1 0 0,-1 0 0,0 0 0,0 0 0,0 0 0,7 0 0,0 0 0,-1 0 0,0 0 0,-1 0 0,-1 0 67,4 0 0,-1 0 0,-1-1 0,-2 0 0,-4-1-67,-1-3 0,-3-1 0,-3 0 0,-4 1 0,17 1 0,-11-2 0,0-15 0</inkml:trace>
  <inkml:trace contextRef="#ctx0" brushRef="#br0" timeOffset="15700">26294 9549 24575,'35'3'0,"1"-2"0,5 0 0,1-1 0,5 0 0,2 0-931,-2 0 1,2 0 0,2 0 0,2 0 930,6 0 0,3 0 0,1 0 0,0 0-340,-10 0 1,1 0-1,0 0 1,0 0-1,0 0 340,1 0 0,0 0 0,1 0 0,-1 0 0,0 0 0,11 0 0,0 0 0,-1 0 0,-1 0 49,-7 0 1,-1 0-1,-1 0 1,-1 0-50,10 0 0,-1 0 0,-3 0-69,-8 0 1,-2 0 0,-3 0 68,14 0 0,-4 0 794,-7 0 0,-3 0-794,-9 0 0,-2 0 2314,23 0-2314,-4 0 1249,1 0-1249,3 0 275,1 0-275,-4 0 0,-7 0 0,-6 0 0,-4 0 0,-5 0 0,-2 0 0,-5 0 0,-5 0 0,-10-1 0,-17-1 0,2 1 0,-8 0 0</inkml:trace>
  <inkml:trace contextRef="#ctx0" brushRef="#br0" timeOffset="72533">9316 7797 24575,'56'0'0,"-1"0"0,3 0 0,4 0 0,6 0 0,-12 0 0,4 0 0,2 0 0,2 0 0,1 0-1230,-10 0 1,1 0-1,2 0 1,0 0-1,1 0 1,1 0 0,0 0 1229,-3 0 0,0 0 0,1 0 0,1 0 0,0 0 0,0 0 0,-1 0 0,0 0 0,7 0 0,-1 0 0,1 0 0,-1 0 0,0 0 0,-1 0 0,0 0-111,-4 0 0,1 0 0,-1 0 0,-1 0 1,0 0-1,-1 0 0,-1 0 111,2 0 0,-1 0 0,-1 0 0,0 0 0,-2 0 0,-1 0 212,14 0 0,-1 0 1,-3 0-1,-1 0-212,-8 0 0,0 0 0,-3 0 0,-2 1 0,2 0 0,-2 0 0,-4 1 0,10 1 0,-6 1 3744,13 5-3744,-28 0 3225,-17-4-3225,-6-1 1564,-3 0-1564,-2-2 0,-6 0 0,-19-7 0,-41-21 0,11 8 0,0 1 0,14 1 0,1 1 0,2 4 0,-1-1 0</inkml:trace>
  <inkml:trace contextRef="#ctx0" brushRef="#br0" timeOffset="77899">9886 7864 24575,'-15'0'0,"-4"0"0,-4 0 0,-2 0 0,1 0 0,-4-3 0,-6-5 0,-10-11 0,-12-11 0,26 12 0,0-1 0,-1-2 0,1 0 0,2 0 0,0-1 0,2 1 0,1-1 0,0 0 0,-1-1 0,0-1 0,1-1 0,0 1 0,1 0 0,-20-24 0,11 5 0,10 6 0,7 5 0,6 5 0,4 2 0,4-1 0,2-3 0,0-1 0,3-1 0,3-3 0,8 0 0,12-7 0,13-8 0,-14 22 0,2-1 0,3-3 0,2 1 0,0 0 0,2 1 0,1 2 0,1 1 0,2 1 0,1 2 0,3 1 0,0 1 0,3 1 0,2 0 0,1 1 0,0 0 0,2 1 0,1 1 0,3 1 0,2 1 0,4 1 0,2 1 0,-19 5 0,2 1 0,-1 0 0,1 1 0,0 1 0,0 0 0,0 1 0,0 1 0,0 0-177,1 1 1,1 1-1,0 0 177,0 0 0,1 2 0,0-1 0,2 0 0,0 0 0,0 1 0,0 0 0,0 1 0,0 1 0,0 2 0,-1 1 0,1 1 0,0 1 0,0 2 0,0 0 0,-1 2 0,-1 0 0,1 1 0,-2 1 0,0 0 0,-1 1 0,-2-1 0,0 1 0,-1 1 0,-1 0 0,0 0 0,-1 1 0,-1 0 0,1 1 0,-2 1 0,18 9 0,-1 1 0,-2 0 0,-2 1 0,-3 0 0,-2 2 0,-3-1 0,-2 1 0,-3 0 0,-2 1 0,-1 1 0,-1 1 0,-4-1 0,-1 1 0,-2-1 0,-2 1 265,-1-1 0,-2-1-265,-3-3 0,-2 0 0,12 22 0,-11-13 0,-9-12 0,-6-8 0,-16-4 0,-20 5 0,-21 7 0,20-11 0,0 0 0,0 0 0,1 0 0,-25 9 0,14-7 0,9-9 0,19-4 0,4-5 0</inkml:trace>
  <inkml:trace contextRef="#ctx0" brushRef="#br0" timeOffset="84282">4318 7695 24575,'34'0'0,"0"0"0,10 0 0,3 0 0,12 0 0,3 0-419,-14 0 1,1 0 0,0 0 418,0 0 0,0 0 0,0 0 0,0 0 0,1 0 0,-1 0 0,-2 0 0,0 0 0,-2 1 204,17 0 1,-1 1-205,-3 0 0,-3 1 104,-10 0 0,-2 1-104,-4 0 0,-2-1 0,21 2 0,-10-2 638,-1-1-638,-1-2 0,2 0 0,-3 2 0,-7-1 0,-4 1 0,-6 0 0,-2-1 0,-3 1 0,1 0 0,2-1 0,6-1 0,10 1 0,13 3 0,10 2 0,-27-2 0,1 0 0,5 1 0,0 1 0,1 1 0,-1 0 0,0 0 0,0 1 0,-5 0 0,-1 0 0,24 5 0,-13-3 0,-15-3 0,-13-3 0,-11-2 0,-5-1 0,-4-2 0</inkml:trace>
  <inkml:trace contextRef="#ctx0" brushRef="#br0" timeOffset="-205990.73">5494 12220 24575,'47'0'0,"-9"0"0,4 0 0,18 0 0,5 0-333,-16 0 1,0 0 0,1 0 332,-3 0 0,-1 0 0,-1 0 0,14 0 0,-5 0 163,-14 0 1,-4 0-164,8 0 0,-24 0 0,-14 0 0</inkml:trace>
  <inkml:trace contextRef="#ctx0" brushRef="#br0" timeOffset="-205248.73">5374 13159 24575,'-5'3'0,"24"-1"0,32-1 0,-10-1 0,4 0 0,5 0 0,0 0 0,-1 0 0,-3 0 0,-5 0 0,-2 0 0,21 0 0,-14 0 0,-17 0 0,-12 0 0,-6 0 0,3 0 0,-7 0 0,2 0 0</inkml:trace>
  <inkml:trace contextRef="#ctx0" brushRef="#br0" timeOffset="-204564.73">5584 12529 24575,'0'50'0,"0"-5"0,0 6 0,0-1 0,0 3 0,0 4-947,0-5 1,0 3-1,0 1 1,0 1 946,0 3 0,0 1 0,0 0 0,0-1 0,0-3 0,0 0 0,0 0 0,0-2 167,0 11 0,0-2 0,0-3-167,0-12 0,0-3 0,0-3 384,0 5 0,0-6-384,0 15 0,0-33 0,0-13 0,0-10 0</inkml:trace>
  <inkml:trace contextRef="#ctx0" brushRef="#br0" timeOffset="-203515.73">6514 12465 24575,'-4'10'0,"2"29"0,1 0 0,2 6 0,-1-3 0,0 4 0,0 2-695,0 9 1,0 3 0,0 1 694,0-1 0,0 0 0,0-1 0,0-4 0,0-2 0,0-2 335,0 12 0,0-5-335,0-17 0,0-5 86,0 10 0,0-25 0,0-16 0</inkml:trace>
  <inkml:trace contextRef="#ctx0" brushRef="#br0" timeOffset="-202346.73">6508 12693 24575,'30'-3'0,"13"0"0,21 3 0,-26 0 0,0 0 0,0 0 0,0 0 0,1 0 0,-1 0 0,-3 1 0,0 1 0,-2 2 0,-1 2 0,26 13 0,-5 10 0,-6 10 0,-4 7 0,-22-20 0,-2 1 0,-2 2 0,-1 1 0,-1-1 0,-2 2 0,8 30 0,-6 1 0,-6 1 0,-6 0 0,-9-27 0,-4 1 0,-6 5 0,-5 1 0,-9 6 0,-3 0 0,-5 2 0,-4 0-195,12-14 1,-2 0 0,0-1 194,1-2 0,0 1 0,0-2 0,-14 15 0,1-1 0,2-3 0,3-2 0,9-10 0,2-3 0,-16 14 0,24-23 0,11-12 0</inkml:trace>
  <inkml:trace contextRef="#ctx0" brushRef="#br0" timeOffset="-187181.73">8001 13313 24575,'27'-29'0,"0"0"0,4-4 0,5-4 0,4-4 0,-6 7 0,4-3 0,2-3 0,3-1 0,0-2 0,2 0-1229,-4 2 0,2-1 0,2-1 0,0-1 1,2 0-1,0-1 0,0-1 0,0 1 1136,-5 6 1,0-1-1,1 0 1,0-1-1,0 0 1,1 0 0,0 0-1,-1 0 1,1 0-1,-1 1 93,4-5 0,1 0 0,0 0 0,1 0 0,-2 0 0,1 0 0,-1 2 0,-1 0 0,-1 1-11,0 0 1,-1 2-1,-1 0 1,0 0 0,0 2-1,-2 0 1,0 1-1,-2 0 11,5-3 0,-1 1 0,-1 1 0,-1 1 0,-2 2 0,-1 1 436,6-6 0,-2 3 0,-2 1 0,-3 4-436,15-15 0,-8 8 0,-5 3 0,-25 22 0</inkml:trace>
  <inkml:trace contextRef="#ctx0" brushRef="#br0" timeOffset="-186206.73">9795 11031 24575,'36'0'0,"0"0"0,11 0 0,4 0 0,8 0 0,2 0 0,1 0 0,-2 0 0,-7 0 0,-4 0 0,-13 0 0,-4 0 0,9 2 0,-23 11 0,-21 27 0,-4-6 0,-1 4 0,-3 10 0,1 2 0,-1 3 0,1-1 0,3-5 0,1-3 0,-1 18 0,5-26 0,1-21 0,-2-10 0,2-4 0,-2-1 0</inkml:trace>
  <inkml:trace contextRef="#ctx0" brushRef="#br0" timeOffset="-183432.73">10910 10521 24575,'0'0'0</inkml:trace>
  <inkml:trace contextRef="#ctx0" brushRef="#br0" timeOffset="-181792.73">10669 10989 24575,'-5'0'0,"10"0"0,18 0 0,15 0 0,12 0 0,-2 0 0,-10 0 0,-10 0 0,-10 0 0,-7 0 0,-4 0 0,-2 2 0,-2 8 0,-7 20 0,-14 29 0,2-12 0,-4 6 0,2-9 0,-2 2 0,0 1-344,-4 6 0,-1 2 1,0-1 343,-1 0 0,0-1 0,0-1 0,1-3 0,0-2 0,0-2 0,-8 11 0,1-5 0,5-12 0,1-5 0,-17 13 0,13-26 0,9-11 0,7-10 1031,4-8-1031,4-8 0,4-16 0,1-13 0,1-14 0,2-6 0,4 4 0,7 10 0,7 12 0,8 9 0,10 8 0,11 5 0,12 6 0,-28 7 0,0 2 0,1 0 0,0 1 0,0 1 0,0 0 0,31 1 0,-32 2 0,-1 2 0,1 4 0,0 1 0,0 4 0,0 3 0,0 2 0,-1 1 0,-2 0 0,-2 1 0,-1-1 0,-2 0 0,22 19 0,-2-2 0,-2-5 0,-7-7 0,-16-13 0,-9-5 0</inkml:trace>
  <inkml:trace contextRef="#ctx0" brushRef="#br0" timeOffset="-180732.73">11835 10802 24575,'-32'3'0,"3"5"0,1 4 0,11 3 0,15 0 0,11 5 0,12 17 0,-6-7 0,-1 4 0,4 16 0,-2 5 0,-6-13 0,1 2 0,-2 1-178,0 4 0,-1 1 0,-1 0 178,0 0 0,-2-1 0,-1-1 0,1 12 0,-1-3 0,-2-13 0,-1-5 0,0 6 0,-1-28 0,0-12 0</inkml:trace>
  <inkml:trace contextRef="#ctx0" brushRef="#br0" timeOffset="-179281.73">12369 10690 24575,'-22'14'0,"0"6"0,1 6 0,6-2 0,6-8 0,6-6 0,-1 1 0,-2 2 0,-2 1 0,0-1 0,5-5 0,4-4 0,3-3 0,4-1 0,11 0 0,16-2 0,21 0 0,-18 1 0,1 0 0,7 0 0,1 0 0,2 1 0,0 0 0,-2 0 0,-1 0 0,-5 0 0,-1 0 0,25 0 0,-16 0 0,-13-1 0,-8 0 0,-3-1 0,1-1 0,1 1 0,-1 0 0,-3-1 0,-9 2 0,-6 0 0</inkml:trace>
  <inkml:trace contextRef="#ctx0" brushRef="#br0" timeOffset="-178589.73">12389 11114 24575,'18'0'0,"25"0"0,0 0 0,5 0 0,15 0 0,4 0-342,-17 0 0,0 0 0,1 0 342,-4 0 0,1 0 0,-3 0 0,12 0 0,-4 0 168,-16 0 0,-5 0-168,10 0 0,-28 0 0,-9 0 0</inkml:trace>
  <inkml:trace contextRef="#ctx0" brushRef="#br0" timeOffset="-177898.73">12699 11045 24575,'-6'14'0,"2"39"0,3 0 0,0 8 0,0-3 0,2 5 0,-1 0-561,0-11 0,0 1 0,0-1 0,0 0 561,0 11 0,0-1 0,0-3 0,0 10 0,0-10 0,0-4 0,0-29 0</inkml:trace>
  <inkml:trace contextRef="#ctx0" brushRef="#br0" timeOffset="-172032.73">7782 13555 24575,'6'-3'0,"19"17"0,7 11 0,8 8 0,-1 3 0,5 4 0,3 4-1127,-11-9 1,2 2 0,1 2-1,1 0 1,0 1 1126,3 4 0,1 1 0,1 1 0,-1 1 0,0 0 0,-7-7 0,0 1 0,0 1 0,0-1 0,-1 1 0,0 0 0,6 8 0,0 0 0,-1 0 0,-1 0 0,0 0 0,-3-2 0,-1-1 0,0 1 0,-2-1 0,1 0-16,-4-3 0,1 0 0,-2-1 1,0 0-1,-1-1 16,2 4 0,-1-1 0,-1-1 0,-1-2 419,2 4 0,-1-2 1,-3-4-420,1 4 0,-3-5 0,9 13 0,-20-32 0,-8-13 0</inkml:trace>
  <inkml:trace contextRef="#ctx0" brushRef="#br0" timeOffset="-171165.73">8760 15576 24575,'-1'-6'0,"11"3"0,23 0 0,31 3 0,-17 4 0,4 1 0,9 4 0,3 2 0,-1 2 0,0 2 0,0 3 0,-3 1 0,-5-3 0,-3 1 0,-8-3 0,-2 0 0,-7-1 0,-2-1 0,14 4 0,-15-6 0,-9-6 0,-6-4 0,-5 0 0,-5-2 0,-2-6 0,-3-14 0,-1-33 0,0 2 0,0-9 0,2 15 0,-1-3 0,1-4 0,0-1-668,0-1 1,0-2-1,1-2 1,-1-2-1,0 1 668,0 5 0,0-3 0,0 0 0,0 1 0,0 2 0,0 4 0,0-6 0,1 3 0,-1 3 0,0 2 0,-1-2 0,0 0 0,-1 1 0</inkml:trace>
  <inkml:trace contextRef="#ctx0" brushRef="#br0" timeOffset="-168949.73">10315 14778 24575,'0'46'0,"0"-3"0,0 6 0,0-4 0,0 4 0,0 3-934,0 10 0,0 4 1,0 0 933,0-14 0,0 0 0,0 1 0,0-2 0,0 12 0,0-1 0,0-2 203,0-6 1,0-1 0,0-3-204,0 9 0,0-4 262,-1-10 0,2-4-262,0 18 0,5-18 0,6-13 1436,9-8-1436,7-2 230,5-5-230,1-5 0,-3-3 0,3-16 0,3-26 0,-13 1 0,-2-8 0,-2 2 0,-1-6 0,0-3-475,-3 4 0,0-3 0,-1-2 0,0 0 475,1-3 0,-1-2 0,0 0 0,-1 0 0,0-1 0,-1 1 0,0-1 0,-1 2-184,-2 6 0,0 0 1,-1 2-1,0 1 184,0-4 0,0 1 0,-1 3 0,2-13 0,-1 5 0,-3 14 0,-1 5 0,1-15 0,-5 20 1825,-1 15-1825,0 14 810,0 10-810,0 22 0,0 3 0,0 6 0,0 20 0,0 7-637,0-6 0,0 5 0,0 2 637,-1-10 0,1 2 0,-1 1 0,0 0 0,0-1 0,0 0 0,0 0 0,0-1 0,-1-4 0,1 0 0,-1-1 0,1-2-48,-1 6 0,1-3 0,-1-4 48,1 9 0,-1-5 0,2-15 0,-1-4 0,1 6 0,0-19 0,0-7 474,0-4 0,0-5 0,0-1 1</inkml:trace>
  <inkml:trace contextRef="#ctx0" brushRef="#br0" timeOffset="-167798.73">11515 14873 24575,'-10'-4'0,"-5"2"0,-11 2 0,-4 0 0,-2 0 0,2 2 0,5 6 0,5 4 0,7 5 0,7 3 0,4-1 0,2 4 0,0 9 0,0 10 0,0 9 0,2 1 0,4-7 0,8-7 0,13-3 0,19 3 0,-16-16 0,2 1 0,5 1 0,1 0 0,1 0 0,1 0 0,-4-2 0,0 0 0,-5-4 0,-1-1 0,14 13 0,-16-9 0,-13-4 0,-7 0 0,-8 4 0,-12 6 0,-14 5 0,-23 7 0,14-16 0,-1 0 0,-5 1 0,-1-1 0,-2 2 0,-1 0 0,6-4 0,2-2 0,-20 11 0,20-11 0,22-12 0,10-4 0</inkml:trace>
  <inkml:trace contextRef="#ctx0" brushRef="#br0" timeOffset="-166997.74">11802 14795 24575,'0'32'0,"0"-2"0,0 6 0,0 20 0,0 8 0,0-10 0,0 5 0,0 1-769,0-8 0,0 1 1,0 1-1,0-1 769,0 0 0,0-1 0,0 1 0,0-1 0,0 13 0,0 0 0,0-2 239,0-9 0,0-3 0,0-1-239,0 8 0,0-5 281,0-11 1,0-4-282,0 5 0,0-24 0,0-13 0</inkml:trace>
  <inkml:trace contextRef="#ctx0" brushRef="#br0" timeOffset="-165512.74">11769 15032 24575,'2'-6'0,"12"2"0,20 1 0,19 3 0,-17 0 0,1 0 0,3 0 0,0 0 0,0 0 0,-1 0 0,0 0 0,-1 0 0,-4 3 0,0 3 0,26 16 0,-12 11 0,-12 9 0,-13 2 0,-10 6 0,-9 13 0,-10-23 0,-5 1 0,-9 7 0,-6 1 0,-10 3 0,-7-3-175,10-15 1,-3-2 0,-2-2 174,1-2 0,-2-3 0,0-1 0,0-2 0,-1-3 0,1-1 0,-15 5 0,2-4 0,9-5 0,1-2 0,-19 4 0,26-11 0,19-7 0,19-5 523,22-4-523,28-1 0,-14 7 0,5 1 0,5 1 0,3 1 0,4 4 0,1 2 0,0 6 0,-2 4 0,-2 6 0,-4 6 0,-4 3 0,-5 5 0,-9-1 0,-4 2 0,-8-4 0,-3 0 0,1 17 0,-10-12 0,-10-8 0,-23 0 0,-27 4 0,14-13 0,-3-1 0,-7 1 0,-2-1 0,1-1 0,1-1 0,4-3 0,1-1 0,9-3 0,2-2 0,-14-2-1696,20-11 0,15 1 0,7-3 0</inkml:trace>
  <inkml:trace contextRef="#ctx0" brushRef="#br0" timeOffset="-161699.74">13353 11279 24575,'0'0'0</inkml:trace>
  <inkml:trace contextRef="#ctx0" brushRef="#br0" timeOffset="-150349.74">12714 10689 24575,'0'57'0,"0"-15"0,0 3 0,0 17 0,0 6-625,0-15 1,0 2-1,0 0 625,0 1 0,0 0 0,0-1 0,0-2 0,0-1 0,0-1 302,0 15 1,0-3-303,0-14 0,0-4 77,0 20 1,0-35-1,0-18 1</inkml:trace>
  <inkml:trace contextRef="#ctx0" brushRef="#br0" timeOffset="-147042.74">11327 12569 24575,'-7'3'0,"-2"-1"0,-7-1 0,-9-1 0,-18-4 0,11-3 0,-2-3 0,-8-7 0,-1-4 0,-8-8 0,-1-4 0,14 6 0,0-2 0,-1-1-284,-1-2 1,0-2 0,1-1 283,-3-2 0,1-1 0,0 0 0,0-1 0,0-1 0,1 0 0,0-2 0,1 0 0,1-2 0,-1-2 0,2-1 0,1 0 0,0-2 0,1 0 0,2-1 0,1 0 0,1-1 0,1 1 0,2-1 0,0 0 0,2 1 0,2 1 0,2 0 0,1 0 0,2 0 0,2 1 0,2-1 0,2 2 0,2 0 0,2-1 0,2 1 0,3-1 0,1 1 0,2 0 0,1-1 0,5 1 0,2 0 0,4 0 0,3-1 0,6-3 0,5 0 0,3 2 0,6-3 0,5 1 0,3 2-473,-6 9 1,2 0-1,2 1 1,2 2 472,3-2 0,1 1 0,2 2 0,2 1 0,3 1 0,2 1 0,2 2 0,2 1-500,-9 7 1,2 0-1,1 2 1,1 1 0,1 1 499,1 0 0,1 1 0,1 1 0,0 2 0,1 0 0,-1 0 0,2 1 0,-1 2 0,0 0 0,0 1 0,-2 2 0,0 0 0,0 1 0,-1 2 0,0-1-366,10 1 0,-1 1 0,-1 1 0,-1 1 366,-3 1 0,-1 1 0,-1 1 0,-1 2 0,-3 2 0,-1 0 0,-1 2 0,0 2-89,-2 0 1,-1 2 0,-1 2 0,0 2 88,-1 1 0,-1 3 0,0 1 0,-2 1 0,12 7 0,-2 2 0,0 2 0,-3 0 0,0 2 0,-3 1 318,-4-1 0,-2 0 0,-1 1-318,-4-1 0,-1 1 0,-2 0 0,-3 1 0,-1 1 0,-2 1 0,-4 0 0,-2 1 0,-1 1 0,-1 0 0,-2 2 0,0 0 0,-2 3 0,0 1 0,-1 1 0,0 1 0,0 1 0,0 0 0,-1 0 0,0 1 0,-1 0 0,-1-2 0,0 1 0,0-1 0,-3-4 0,0 0 0,-1 0 1165,1 18 0,-2-1-1165,-2-3 0,-2-1 887,-2-3 0,-4 0-887,-5 0 0,-7-1 0,-4-1 0,-7 0 0,-7 1 0,-4-1 239,8-15 0,-2-1 0,-1 0-239,-1 0 0,-1-1 0,0 0 0,-3 1 0,-1 0 0,-1-1 0,-3 1 0,0-1 0,-1-1 0,-2-1 0,-1 0 0,-1-1-166,-2 0 1,-1 0 0,-1-1 165,-3 0 0,0-1 0,-2 0 0,12-7 0,0 0 0,-1 0 0,0 0-350,-2 0 1,-1-1 0,-1 1-1,1-2 350,-2 0 0,0-1 0,1-1 0,-1 0 0,-12 3 0,0-1 0,0-2-206,5-3 0,0-2 0,2-2 206,5-3 0,1-1 0,1-1 257,-14 0 0,2-3-257,8-1 0,4-3 520,13 0 1,3-3-521,-10-7 1505,22-3-1505,10-2 0,7 7 0,2 3 0</inkml:trace>
  <inkml:trace contextRef="#ctx0" brushRef="#br0" timeOffset="-145432.74">14398 10681 24575,'33'0'0,"0"0"0,7 0 0,2 0 0,9 0 0,1 0 0,-1 0 0,-2 0 0,-9 0 0,-3 0 0,13 0 0,-25 0 0,-16 0 0</inkml:trace>
  <inkml:trace contextRef="#ctx0" brushRef="#br0" timeOffset="-144682.74">14257 11183 24575,'11'3'0,"28"0"0,-4-3 0,6 0 0,15 0 0,5 0 0,-16 0 0,2 0 0,-1 0 0,20 0 0,-3 0 0,-8 0 0,-3 0 0,-13 0 0,-4 0 0,10 0 0,-23 0 0,-15 0 0</inkml:trace>
  <inkml:trace contextRef="#ctx0" brushRef="#br0" timeOffset="-143865.74">14334 10875 24575,'-4'32'0,"3"1"0,0 6 0,1 23 0,0 6-505,0-16 0,0 2 1,0 0 504,0 1 0,0-1 0,0-2 0,0 13 0,0-6 98,0-20 0,0-5 1,0 2-1,0-22 0</inkml:trace>
  <inkml:trace contextRef="#ctx0" brushRef="#br0" timeOffset="-142349.74">15697 10672 24575,'-2'-10'0,"-7"5"0,-7 0 0,-9 5 0,-3 0 0,2 0 0,4 0 0,4 0 0,6 0 0,2 1 0,2 2 0,1 7 0,-4 8 0,-3 9 0,-2 4 0,0 1 0,4-2 0,4-5 0,4-2 0,2 0 0,1 4 0,1 4 0,0 3 0,5 4 0,10 2 0,14 7 0,-9-19 0,2 0 0,2 3 0,1 1 0,1 1 0,0 1 0,-3-2 0,0-1 0,-2-1 0,-1-1 0,16 24 0,-7-7 0,-2-2 0,-6-7 0,-3-5 0,-2-4 0,-6-4 0,-3-5 0,-4-2 0,-7-1 0,-19 4 0,-30 8 0,15-11 0,-5 0 0,-8 3 0,-1 1 0,-1 1 0,1-1 0,7-2 0,1 0 0,8-2 0,1-2 0,-14 5 0,18-9 0,12-5 0,11-4 0,5-2 0</inkml:trace>
  <inkml:trace contextRef="#ctx0" brushRef="#br0" timeOffset="-141149.74">13015 15966 24575,'28'0'0,"32"0"0,-16 0 0,3 0 0,9 0 0,0 0 0,-2 0 0,-4 0 0,7 0 0,-19 0 0</inkml:trace>
  <inkml:trace contextRef="#ctx0" brushRef="#br0" timeOffset="-140415.74">13986 15149 24575,'2'-5'0,"24"34"0,3 13 0,5 9 0,-3-2 0,3 6 0,0 1-846,-6-7 1,1 1 0,0 1 0,-1 0 845,-1 0 0,0 1 0,-1-1 0,-2-2 0,4 6 0,-1-2 0,-2-3 212,1 6 0,-3-6 0,3 4 0,-17-34 0</inkml:trace>
  <inkml:trace contextRef="#ctx0" brushRef="#br0" timeOffset="-139815.74">14558 15454 24575,'-17'2'0,"-20"19"0,6 4 0,-1 6 0,-9 15 0,-1 6 0,13-13 0,0 1 0,3 0 0,2-2 0,1 0 0,2-1 0,-3 9 0,4-4 0,-1 13 0,12-14 0,6-11 0,-4-2 0,0 1 0,0-12 0,2-6 0</inkml:trace>
  <inkml:trace contextRef="#ctx0" brushRef="#br0" timeOffset="-139149.74">14780 15299 24575,'0'36'0,"0"2"0,0 10 0,0 7 0,0 8 0,0 4-1210,0-5 0,0 3 1,0 2-1,0 0 1210,0-11 0,0 0 0,0 2 0,0-1 0,0-2 0,0 12 0,0-1 0,0-1 0,0-4 415,0 2 1,0-4 0,0-4-416,0 4 0,0-8 0,0 2 0,0-33 0</inkml:trace>
  <inkml:trace contextRef="#ctx0" brushRef="#br0" timeOffset="-138365.74">15245 15209 24575,'0'18'0,"0"36"0,0-8 0,0 7 0,0-2 0,0 4 0,0 2-737,0-5 1,0 2 0,0 1 0,0-1 736,0-3 0,0 0 0,0-1 0,0-1 0,0 11 0,0-3 0,0-3 465,0 2 1,0-7-466,0 1 0,0-26 0,0-16 0</inkml:trace>
  <inkml:trace contextRef="#ctx0" brushRef="#br0" timeOffset="-137715.74">14817 16010 24575,'1'-6'0,"5"3"0,17 0 0,12 3 0,12 0 0,1 0 0,-15 0 0,-8 0 0,-11 0 0,-9 0 0,0 0 0</inkml:trace>
  <inkml:trace contextRef="#ctx0" brushRef="#br0" timeOffset="-136532.74">15872 15468 24575,'-1'-10'0,"-6"5"0,-9 1 0,-10 4 0,-7 0 0,-4 0 0,3 4 0,3 14 0,-1 20 0,16-9 0,1 3 0,-2 4 0,0 3 0,-1 4 0,0 2 0,-1 8 0,1 2 0,2 4 0,1 1 0,6-16 0,1 0 0,1 0 0,-1 21 0,2-1 0,3-5 0,1-1 0,1-3 0,0-3 0,2-7 0,1-3 0,1-6 0,3-3 0,12 16 0,7-15 0,7-8 0,3-8 0,6-5 0,7-5 0,6-4 0,3-3 0,-2-1 0,-2-5 0,3-12 0,-28 9 0,0-7 0</inkml:trace>
  <inkml:trace contextRef="#ctx0" brushRef="#br0" timeOffset="-134715.74">16168 15114 24575,'33'0'0,"8"0"0,5 0 0,-5 0 0,-14 0 0,-13 0 0,-9 0 0,-5 0 0,-5 3 0,-3 5 0,-2 4 0,-1 5 0,-1 4 0,-2 6 0,-5 16 0,-1 18 0,8-21 0,0 4 0,0 9 0,0 3 0,1 6 0,0 4-355,3-15 1,0 1 0,1 1 354,0 4 0,0 1 0,1-1 0,1 0 0,0 0 0,1-1 0,1-3 0,0 0 0,1-2 0,0 14 0,2-5 0,-1-13 0,2-4 0,-1 19 0,0-26 0,0-18 0,0-7 1063,0 3-1063,0 12 0,0 15 0,0 12 0,0 0 0,0-11 0,-1-15 0,-2-14 0,-6-9 0,-12-7 0,-15-7 0,-15-7 0,-4-4 0,0 1 0,11 3 0,13 5 0,13 2 0,10 3 0,6 2 0,3 1 0,5 1 0,14-2 0,18 1 0,-7 1 0,5 2 0,11-1 0,4 2 0,10-1 0,2 1-186,-16 0 1,1 0 0,0 0 185,0 0 0,-1 0 0,0 0 0,18 0 0,-3 0 0,-13 0 0,-4 0 0,14 0 0,-33 0 0,-19 0 0</inkml:trace>
  <inkml:trace contextRef="#ctx0" brushRef="#br0" timeOffset="-131849.74">16139 13333 24575,'-3'6'0,"-5"-3"0,-14 0 0,-20-3 0,1 1 0,-8-2 0,-5-1 0,-7-1 0,-5-4-1108,10-2 0,-3-2 0,-3-3 0,-2-1 0,-1-2 1108,12 2 0,-2-1 0,0-2 0,-1-1 0,-1-1 0,0-2 0,0-1-381,2-2 0,0-1 1,-2-1-1,1-2 0,0-1 1,0-1-1,1-1 0,1 0 381,1-1 0,1-1 0,0-1 0,0 0 0,2-2 0,0 0 0,1-2 0,1 0 0,2-2 0,0 0 0,1-1 0,1-1 0,1-1 0,1-1 0,1 0 0,1-1 0,2 1 0,0-2 0,2 0 0,0-1 0,2 0 0,1-1 0,2-1 0,2 0-375,-1-6 0,2-2 0,3 0 0,1 0 0,2-1 0,1-1 0,1 0 375,2 1 0,0-1 0,2 0 0,2-1 0,1 1 0,2-1 0,1 2-242,3 2 1,1 0-1,2 1 1,1-1 0,2 1-1,0 1 1,1-1 241,1-5 0,1-1 0,1 1 0,2 1 0,1 0 0,1 2 133,3-6 0,1 1 0,2 2 0,2 0 1,3 1-134,1 1 0,3 2 0,2 0 0,2 2 0,2 1 0,3 1 0,2 2 0,3 2 0,1 0 0,2 1 0,3 0 0,1 2 0,2 0 0,2 1 0,1 2 139,-6 6 0,2 1 1,1 1-1,1 0 1,1 2-1,2 2-139,4-2 0,3 2 0,1 1 0,1 2 0,1 1 0,0 1 0,0 2 0,2 1 0,0 1 0,1 2 0,0 1 0,0 2 0,0 1 0,2 2 0,-1 1 0,1 1 0,0 2 0,-1 1 0,-2 1 0,0 1 0,1 1 0,-1 2 0,-1 2 0,-1 2 145,6 3 0,0 2 0,-2 2 0,0 4 1,-1 4-146,-8 0 0,-1 2 0,-1 4 0,0 1 0,-1 2 0,-2 3 0,-2 1 0,-1 2 0,-1 2 0,-1 3 0,-1 0 0,-2 3 0,1 3 0,-1 3 0,-1 1 0,-2 2 0,0 1 0,-2 0 0,0 0 0,-1 2 0,-2 1 0,0 0 0,-1 0 0,-1 0 0,-2-1 0,-2 0 0,0 0 0,0 1 0,-2-1 0,1 0 0,2 9 0,1 0 0,-2 0 0,-1 0 0,-1-1 190,-4-4 1,0-1-1,-2 0 1,0 0 0,-3-2-191,2 9 0,-2-2 0,-2 0 0,-2-2 273,-2-5 0,-2-1 1,-1-1-1,-3 0-273,0 11 0,-4 0 0,-3-2 0,-4-5 0,-3-1 0,-3-1 788,-3-2 0,-3-1 0,-1-2-788,-3-2 0,-2-1 0,-1-2 0,-1 1 0,-2-2 0,0 0 0,-2-1 0,0 0 0,-2-1 0,-3 2 0,-1 0 0,-3-1 491,-4 3 1,-2 0 0,-2-1-492,9-9 0,-1 0 0,0 0 0,-1 0 0,-1 0 0,0 0 0,0 0 0,0-1 0,2-1 0,-1-1 0,1-1 0,1-1 506,-9 6 1,2-2-1,1-2-506,-11 5 0,3-5-1009,11-8 0,5-4 1,-4 0-1,20-12 0</inkml:trace>
  <inkml:trace contextRef="#ctx0" brushRef="#br0" timeOffset="-128565.73">14785 17525 24575,'-32'3'0,"-7"-10"0,-9-10 0,5-7 0,-4-7 0,-3-7 0,0-4-1405,11 7 1,-2-3 0,0-3-1,-1-3 1,1-2 0,-1-2-1,1-3 1283,6 6 0,0-3 0,-1-2 1,1-2-1,0-1 0,0-2 1,1 0-1,0-1 0,1-1 1,1 0-70,4 5 0,0-1 0,1 0 0,0-2 1,0 0-1,1-1 0,0 0 0,1-1 1,1 1-1,0 0 0,2-1 0,-1 2 191,1-5 0,0 1 0,1-1 0,1 0 0,1 1 0,0-1 0,1 0 0,1 0 0,0 1 0,1 1 0,1 0 0,0-7 0,0 0 0,1 1 0,1 0 0,0 0 0,2 2 0,1 0 0,1 1 0,0 1 64,1-5 0,1 1 1,2 1-1,0 1 0,2 2 1,0 0-1,0 1-64,1-1 0,1 1 0,0 1 0,1 1 0,1 2 0,2 0-171,0-4 1,1 1-1,2 1 1,2 1-1,2 1 171,3 4 0,2 0 0,2 1 0,2 1 0,3 2 0,8-10 0,4 3 0,3 1 0,4 1 321,-3 8 1,4 0-1,2 1 1,2 2 0,1 0-322,-6 7 0,2 0 0,2 1 0,0 1 0,1 1 0,2 2 0,2-1 0,2 2 0,2 1 0,0 1 0,0 2 0,2 0 0,1 1 0,1 1 0,1 1 0,1 2 0,0 1 0,0 1 0,1 3 0,0 0 0,0 3 0,0 0 0,1 2 0,1 0 212,-6 2 0,0 0 0,2 1 0,-1 1 0,0 2 0,0 1 0,-1 1-212,7 2 0,0 1 0,0 2 0,-1 2 0,0 3 0,0 3 0,-8 1 0,0 2 0,0 2 0,-1 2 0,0 2 0,-1 2 0,-1 2 0,1 4 0,-2 1 0,0 4 0,-1 1 0,-1 2 0,-2 3 0,-1 1-156,-5-1 0,-1 2 1,-2 2-1,-1 2 0,0 1 1,-1 2-1,0 0 0,-1 1 156,-1-1 0,-1 2 0,0 0 0,-1 2 0,0 0 0,0 2 0,-2-1 0,0 2 0,0-1-212,-3-2 0,-1 0 1,0 0-1,-1 2 0,-1-1 1,0 1-1,0 1 0,0 0 1,-1 0-1,-1 1 212,1 1 0,0 2 0,-1 0 0,-1 0 0,1 1 0,-2 0 0,1 0 0,-2 0 0,1-1 0,-1 1 0,-1-2 0,-1 0 0,0 0 0,0 0 0,-1 0 0,0-1 0,-1 1 0,0 0 0,-1-1 0,0 0-76,0 3 0,-1 0 0,-1-1 0,0 1 0,0-1 0,-2 0 0,1-1 0,-2 0 0,0-1 76,0 1 0,0 0 0,-1-1 0,-1 0 0,0-1 0,-2 0 0,0-2 0,-1 0 82,0 8 1,-1-1 0,-1-1 0,-2-1 0,-1-1 0,-2-1-83,-3 5 0,0 0 0,-3-2 0,-2-2 0,-4-2 0,-1-6 0,-2-1 0,-3-3 0,-2 0 0,-4-1 0,-4 2 0,-4-2 0,-2-2 0,-3 1 0,-1-2 0,2-4 0,-2-1 0,-2-1 0,-1-1 0,-1 1 0,-2-1 95,4-3 0,-2 0 0,-1-1 0,-1 0 0,-1 0 0,0-1 0,0 0-95,-2 0 0,0 0 0,-1 0 0,-1-1 0,0-1 0,0 0 0,-1-2 0,1 0 0,-1-1 0,0-1 0,-1-1 0,0 0 0,0-2 0,0 0 0,1-2 0,-1 0 0,1-1 0,-1-2 0,0 0 0,0-1 0,1-1 296,-7 0 1,1-1-1,0-1 1,0-1-1,0-1 1,1-1-297,2-2 0,0 0 0,0 0 0,1-2 0,1-1 0,1-1 216,-4-2 0,1-2 0,1-1 0,2 0 0,5 0 0,-5 1 0,5 0 0,3-1 0,1-6 1,-1 0-1</inkml:trace>
  <inkml:trace contextRef="#ctx0" brushRef="#br0" timeOffset="-121599.73">16115 12265 24575,'-11'4'0,"-37"-2"0,-1-2 0,-8 0 0,2 0 0,-5 0 0,-4 0-1230,9 0 0,-3 0 0,-1 0 0,-3 0 1230,5 0 0,-2 0 0,-1 0 0,-1 0 0,0 0 0,0 0 0,0 0 0,-1 1 0,1-1 0,-1-1 0,1 0 0,-1 0 0,0 0 0,0-1 0,1-1 0,0-1 0,0-1 0,0 0 0,1-2 0,1-2 0,6-1 0,1-1 0,1-1 0,1-2 0,0-1-190,-11-7 0,1-2 0,1-3 1,3-3 189,4-4 0,2-3 0,2-4 0,4-2 0,9 5 0,2-2 0,1-2 0,3-2 0,1-2-303,-1-8 1,3-2-1,1-2 1,2-1-1,1-2 303,3 7 0,1-1 0,1-1 0,2-1 0,0 0 0,1 0 0,0-2 0,1-1 0,2 0 0,0-1 0,1 1 0,0-1 0,2 0 0,0 0 0,2 0 0,0 0 0,0 0 0,2 1 0,-1 1 0,2 1 0,0-1 0,0 1 0,2 0 0,0 0 0,1-1 0,0 1 0,2-1 0,0 0 0,1 1 0,2-1 0,0 1 0,1 0 0,1-1 0,2 1 0,0 1 0,3 0 0,0 1 0,1 0 0,2 1 0,0 0 0,3 1 0,1 1-390,5-7 1,1 1 0,3 1 0,2 2 0,2 1 389,4 3 0,1 1 0,4 1 0,1 3 0,3 2 0,2 2 0,3 2 0,1 3 0,3 2 0,3 3-206,-5 4 0,2 3 1,3 2-1,0 1 1,2 2-1,2 1 206,-3 2 0,1 2 0,2 1 0,1 1 0,1 2 0,0 0 0,1 1-253,-4 2 1,0 0 0,1 2-1,1 1 1,0 0 0,0 1 0,1 0-1,0 1 253,-4 1 0,-1-1 0,2 2 0,-1-1 0,1 2 0,0 0 0,0 1 0,-1 1 0,1 1 0,-2 1 0,1 1 0,0 1 0,0 1 0,0 0 0,-1 2 0,0 0 0,-1 1 0,0 2-72,3 1 1,1 2-1,-2 1 1,1 1-1,-2 1 1,0 1-1,-1 2 1,-2 1 71,5 3 0,-2 2 0,-1 1 0,-1 2 0,-1 1 0,-1 1 0,-2 2-27,-4-1 0,-2 1 0,0 2 1,-2 0-1,-1 1 0,-2 1 0,-1-1 27,2 3 0,-2 1 0,-2 0 0,-1 1 0,-1 0 0,-2 0 234,1 4 0,-1 1 0,-2 1 1,-2-1-1,-3 1-234,2 7 0,-3 0 0,-3 0 0,-2 1 0,-4-2 0,-3 1 0,-3 0 0,0 1 0,-3 3 0,-2 0 0,-1 1 0,-2 0 0,-2 3 0,-1 2 0,-2 0 0,-1 0 0,-1-11 0,0 0 0,-2 1 0,0 0 0,-2-1 0,0 1 0,-1 0 0,-1-1 0,-1 0 0,0 0 0,-5 10 0,-1 0 0,-1 0 0,-1-2 0,0-3 0,0-1 0,-1 0 0,-2-2 0,0-3 0,-1-1 0,-2-1 0,-1-1 0,-1-2 0,-2-2 0,-1 0 0,-1-1 0,-3 0 0,-2-2 0,-2 0 0,0 0 0,-5 1 0,-2-1 0,-1 0 0,-1 0 355,7-8 1,-2 0 0,0-1 0,-2 1-1,1-2-355,-3 2 0,-2-1 0,0 0 0,1-1 0,-1-1 0,-8 5 0,0-1 0,0-1 0,2-3 616,4-3 1,1-2 0,2-1-1,0-2-616,-4 1 0,1-2 0,4-3 1284,-6 0 1,4-4-1285,11-6 0,3-1 0,0-3 0,17-3 0</inkml:trace>
  <inkml:trace contextRef="#ctx0" brushRef="#br0" timeOffset="-120233.73">14951 16848 24575,'-20'7'0,"1"-3"0,-9 0 0,0-4 0,-8 0 0,-8-3 0,-12-13 0,20-4 0,-1-6 0,-10-14 0,0-9-471,12 7 1,-1-3-1,2-4 471,7 8 0,1-1 0,0-3 0,1 0 0,0-3 0,0-2 0,2 0 0,2-2 0,1 0 0,2-2 0,1-1 0,3-1-560,0-1 0,3 0 1,1-2-1,2-1 560,2 6 0,1-1 0,1 0 0,3-1 0,1-1-512,4-2 0,1 0 1,3-1-1,3 0 0,1 0 512,3-2 0,2 0 0,3 0 0,3 0 0,1 1 0,-1 9 0,3-1 0,0 1 0,3 1 0,1 1 0,2 1-423,1 1 0,3 2 1,1 1-1,1 0 0,2 2 1,0 0 422,2 0 0,1 0 0,1 2 0,2 0 0,0 2 0,1 2 0,1 0 0,1 2 0,1 1 0,0 2 0,2 1 0,0 2 0,1 3 0,1 1 0,1 2 0,0 1 0,2 3 0,-1 0 0,3 3 0,0 1 0,1 2 0,0 1 0,1 1 0,0 2 0,0 1 0,0 1 0,0 1 0,1 2 0,1 1 0,0 1-249,-6 2 1,1 2 0,0 0 0,1 2 0,-1 1 0,0 1 0,-1 1 248,-1 0 0,0 2 0,-1 1 0,1 1 0,-2 1 0,0 2 0,0 1 0,6 4 0,1 2 0,-1 2 0,-2 1 0,0 3 0,-2 1-114,-3 3 1,0 1 0,-1 3-1,-2 1 1,-2 1 0,-1 2 113,-4 1 0,-2 1 0,-2 1 0,-1 2 0,-1 2 0,-1 0 0,0 3 0,-1 2 0,-1 1 0,-2 1 0,-1 2 0,-2 0-84,-2 2 0,-1 2 1,-1 0-1,-2 2 1,-2 0-1,-1 0 84,-2 1 0,-1 1 0,-1 0 0,-2 0 0,-2 1 0,-1-1 0,-1 0 0,-1-1 0,-2 1 0,-1-1 0,-2 0 0,-2 0 16,-1-2 0,-2-1 0,-1 1 1,-2-1-1,-2-1 0,-2 0-16,-1-3 0,-2 1 0,-2-2 0,-2 1 0,-1-2 0,-2 0 0,-1 0 0,-2-1 0,-2 0 0,-1-1 0,-3-1 0,-1 1 0,-5 2 0,-3-1 0,-1 0 0,-3 0 0,0-2 0,-1 0 19,-2-2 1,-1 0-1,0-1 1,-2-1-1,-1 0 1,-1-2-20,7-6 0,-1-1 0,-2-1 0,1 0 0,-1-1 0,0-1 0,-1-1 0,-6 3 0,-1 0 0,0-1 0,0-1 0,0-3 0,1-1 170,-3-1 1,0-1 0,1-3 0,0-1 0,1-2-171,-7 2 0,-1-2 0,3-3 0,5-2 0,-11 3 0,8-6 0,20-9 0,0-1 0</inkml:trace>
  <inkml:trace contextRef="#ctx0" brushRef="#br0" timeOffset="-117166.73">9187 17192 24575,'0'15'0,"0"-40"0,-3-11 0,-1-9 0,-1-5 0,-2-7 0,1-5-1714,0 10 0,-1-4 1,1-3-1,-1-3 0,0-3 1714,1 12 0,1-3 0,-1-1 0,0-3 0,0 0 0,0-2 0,0-2 0,0 0-325,1 9 1,0-2 0,0-1 0,-1-1 0,1-1 0,0 0 0,0-2-1,-1 1 1,1-1 0,1 1 0,-1-1 324,0 2 0,1-1 0,-1 0 0,1 0 0,0-1 0,0 0 0,0 0 0,0 0 0,0 0 0,0-1 0,0 1 0,0 0-114,1-2 1,-1 1 0,1-1-1,0 0 1,-1-1 0,1 1-1,0 0 1,0 0 0,0 1 0,1 0-1,-1 0 1,0 2 113,1-1 0,0 0 0,-1 0 0,1 1 0,0 0 0,0 1 0,0 0 0,0 0 0,1 1 0,0 0 0,-1 0 0,1-1 0,0 0 0,1 0 0,-1 1 0,1 0 0,0 1 0,-1 0 0,1 0 0,0 0 0,0 0-212,-1-4 1,1 0 0,-1 0-1,1 1 1,0 0 0,-1 0-1,1 0 1,0 1 0,0 0 211,0-4 0,0 1 0,0 0 0,0 1 0,0-1 0,0 1 0,0 1 0,0-1 8,0 1 0,0 1 0,0 0 0,0 0 1,0 1-1,0 0 0,0 0 0,0 1-8,0-4 0,0 0 0,0 1 0,0 0 0,1 1 0,-1 0 0,1 0 218,0-5 0,1-1 0,-1 1 1,1 1-1,1 1 0,-1 1-218,2-4 0,-1 1 0,1 1 0,1 2 0,0 1 607,2-6 1,0 1 0,1 3 0,2 2-608,0 7 0,1 3 0,1 1 0,1 1 961,5-7 1,1 2 0,2 2-962,1 5 0,0 1 0,2 2 0,-1 4 0,1 1 0,1 2 1734,9-11 0,2 4-1734,-1 7 0,1 4 1464,4 5 1,4 3-1465,4 4 0,4 4 0,6 3 0,3 3 0,-16 6 0,1 1 0,1 1 289,2 0 0,1 0 0,1 3-289,2 2 0,1 1 0,0 2 0,-3 1 0,1 2 0,-2 2 0,-4 1 0,-1 1 0,-1 2 357,15 9 0,-4 3-357,-9-2 0,-2 2 0,-3-1 0,-2 1 0,-3 1 0,0 1 0,-1 1 0,-1 1 0,0 3 0,-1 2 0,3 4 0,-2 3 0,1 5 0,-1 4 0,-12-15 0,-1 3 0,-1 0-37,1 6 0,-1 1 0,-1 1 37,0 5 0,-2 1 0,-1 2 0,2 4 0,-2 2 0,-1 2-454,-3-12 1,-1 1 0,0 1 0,-1 0 453,-1 3 0,1 2 0,-2-1 0,0 1 0,0 3 0,-1-1 0,-1 1 0,0 0 0,-1 0 0,-1-1 0,-1 1 0,0 0 0,0-1 0,-1-1 0,0 1 0,0-1 0,-1 0 0,0-1 0,-1 1 0,0 0 0,1 0 0,-1 0 0,-1 1 0,1 1 0,0 2 0,0 0 0,0 2 0,0-1-456,0-10 0,0-1 1,0 1-1,0 0 1,0 1 455,0 1 0,0 0 0,0 0 0,0 1 0,0 1 0,0 3 0,0 1 0,0 1 0,0 0 0,0-1-557,0 2 1,0 0 0,0 0 0,0 0 0,0 2 556,1-6 0,-1 1 0,1 1 0,-1 1 0,1-1 0,-1 2-332,1-7 1,0 1-1,0 0 1,0 0-1,0 1 1,0 0-1,0-1 332,0 0 0,0 0 0,0-1 0,1 1 0,-1 0 0,0 1 0,0 0 0,0 5 0,0 1 0,0 1 0,0 0 0,0-1 0,0 1 0,0-2 0,-1-2 0,1-1 0,0 1 0,-1-2 0,0 1 0,1-1 0,-1 0 0,0-1 0,0-1 0,1 0 0,-1 0 0,-1-1 0,1 0 0,-1 0-102,1 6 1,-1 0 0,-1 0 0,1-2 0,-1 0 0,-1-2 101,-1 1 0,0-2 0,-1 0 0,-1-2 0,-1 0 78,-3 9 0,-1-1 1,-1-2-1,-3 0-78,-1-4 0,-2-1 0,-2 0 0,-2 0 0,-2 2 0,-1-1 0,-2 1 0,-1 0 131,4-11 1,0 0-1,-2 0 1,0 0-1,-1 0-131,0 0 0,-2 1 0,-1 0 0,1-1 0,-1-1 0,-6 9 0,-1-1 0,1-2 0,0-1 533,2-6 1,1-1 0,0-1 0,1-2-534,-9 7 0,1-3 0,1-2 665,4-9 0,1-1 0,-1-4-665,-14 9 0,-1-6 830,2-8 1,0-5-831,0-5 0,-2-6 0,-5-7 0,-1-7 0,-3-9 0,-1-6 639,17 2 1,1-1 0,0-3-640,2-2 0,0-2 0,2-1 0,1 1 0,1-1 0,2-1 0,-15-13 0,4-2-890,6-2 0,5 2 0,11 17 0,3 1 1,-3-17-1</inkml:trace>
  <inkml:trace contextRef="#ctx0" brushRef="#br0" timeOffset="-95107.73">9530 18017 23400,'-7'8'0,"4"-16"0,0-18 0,2-13 0,0-8 0,-1-11 0,-1-6 0,-1-6-1229,1 17 0,-2-4 0,0-3 0,-1-3 1,0-3-1,0-2 0,0-2 0,-1-2 1190,2 18 0,0 0 0,0-3 1,0-1-1,0-1 0,-1-1 0,0-1 1,1-2-1,-1 0 0,0 0 0,0-2 1,1 1-1,-1-1 0,0 0 0,1 1-74,0 3 1,0-1-1,0-1 1,0 0-1,0-1 1,0 0-1,0 0 1,0-1 0,0-1-1,0 1 1,0-1-1,0 0 1,1 0-1,-1 0 1,0 0-1,1 1 1,-1-1 0,1 1 112,0 2 0,0 0 0,0-1 0,-1 1 0,1-1 0,0 1 0,0-1 0,0 0 0,1 0 0,-1 0 0,0 0 0,0 1 0,1-1 0,0 1 0,-1 0 0,1 0 0,0 0 0,0 1 0,0 0-49,1-4 0,-1 0 0,1 0 0,-1 0 0,1 0 0,0 1 0,0-1 0,0 1 0,0 0 0,1 0 0,-1 1 0,1 1 0,0 0 0,-1 1 0,1 1 0,0 1 0,0 0 49,1-9 0,-1 0 0,1 1 0,0 1 0,0 1 0,0 1 0,0 0 0,1 2 0,-1 0 0,0 1 0,0 1 0,0 0 0,0-8 0,0 1 0,0 1 0,0 1 0,0 1 0,0 1 0,0 1 0,0 1 0,0 1-151,0-6 0,0 1 0,0 2 0,0 1 0,0 1 0,0 1 0,0 1 151,0 0 0,0 2 0,0 1 0,0 1 0,0 1 0,0-1 307,1-9 1,-1 0-1,0 0 1,0 2-1,-1 1-307,1 6 0,-1 2 0,0 0 0,1 2 0,0 1 673,0-7 1,1 2 0,1 1 0,1 2-674,2-8 0,2 2 0,3 4 1397,3 7 0,2 2 0,3 1-1397,3 1 0,4 2 0,0 0 0,2 3 0,2 2 0,1 0 0,0 1 0,1 2 0,1-1 0,-1 3 0,0 0 0,0 1 0,15-12 0,-1 3 1543,-3 3 1,0 3-1544,-5 6 0,0 3 1175,-4 5 1,-1 2-1176,-1 4 0,1 3 545,2 3 0,2 3-545,5 1 0,1 2 0,9 2 0,2 5 0,8 5 0,2 8-386,-13 4 1,1 5-1,-1 6 386,-8-1 0,-1 4 0,0 3 0,-1 3-656,-4 0 0,-1 2 1,-1 3-1,-1 2 1,0 3 655,-3-2 0,0 2 0,-1 2 0,-1 2 0,-1 1 0,0 1-539,-4-5 0,-1 2 1,-1 0-1,0 2 0,-1 0 1,-1 1-1,0 1 539,-2-4 0,0 1 0,-1 1 0,-1 0 0,0 1 0,-1 1 0,0-1 0,-1 1-408,0 3 0,-1-1 0,-1 2 1,0 0-1,-1 0 0,0 0 1,-1 0-1,-1 1 408,1 0 0,-2 0 0,0 1 0,-1 0 0,0 0 0,0 0 0,-1 0 0,0 1 0,-1-6 0,0 0 0,-1 1 0,0-1 0,0 1 0,0 0 0,0-1 0,-1 1 0,0 0-224,0 1 0,0 0 0,0 0 0,0-1 0,-1 1 0,0 0 0,0 0 0,0 1 0,0-1 224,0 0 0,0 1 0,0 0 0,-1 0 0,1 0 0,-1-1 0,1 1 0,-1 0 0,0 0 0,1 1 0,-1-1 0,0 1 0,0-1 0,0 1 0,0 0 0,0-1 0,0 1 0,-1 0 0,1 0 0,-1 0 0,0 0 0,0 0 0,0 1 0,-1-1 0,1 0 0,-1 0 0,0 1 0,0 0 0,-1-1 0,0 1 0,0 1 0,0-2 0,-1 1 0,1 0 0,-1-1 0,0 0 0,0-2 0,0-1 0,-1 1 0,1-1 0,-1 0 0,0 0 0,0-1 0,-1-1 0,1 0-9,-1 1 1,0 0 0,-1 0 0,1-1 0,-1-1 0,0-1-1,1-1 1,-1-1 8,-1 8 0,1-1 0,-1-2 0,0-1 0,1-3 0,-1-2 460,0 7 1,-1-3 0,1-3 0,0-5-461,-3 17 0,0-10 0,0-2 0,7-40 0</inkml:trace>
  <inkml:trace contextRef="#ctx0" brushRef="#br0" timeOffset="-93806.73">15569 13077 8191,'-44'4'0,"0"1"0,0-1 0,-12 1 0,-2-2 1381,8-2 0,-3-1 0,1-4-1381,0-7 0,0-5 0,-1-3 0,3-2 0,-2-2 0,0-4 0,1-3 291,-2-4 1,0-3 0,2-4 0,1-2-292,10 6 0,1-3 0,1-1 0,1-2 0,2-1 0,-1-4 0,2-1 0,1-1 0,2-3 0,2-1-11,5 4 0,1-1 1,1-2-1,2-1 0,1-1 1,1 0 10,1-1 0,1-2 0,2-1 0,0 0 0,2 0 0,1-1 0,0-1 0,2 0 0,1-1 0,1-1 0,0 1 0,2-1 0,0 7 0,2-1 0,0 0 0,1 0 0,0 0 0,0 0 0,1 0 0,0-8 0,0 0 0,1 0 0,0 0 0,0 1 0,0-1 0,0 2 0,0-1 0,0 1 0,0 0 0,0 1 0,0 0 0,0 6 0,0 0 0,0 0 0,0 2 0,0 0 0,0 1 610,-1-3 1,0 1 0,0 1-1,1 1 1,1 0-611,3-11 0,0 1 0,3 0 0,4 1 0,1 8 0,2 1 0,3 0 0,3 0 0,2 0-296,0 3 0,2 1 0,3-1 0,1 0 0,3 1 0,0 1 296,4-2 0,2 0 0,2 0 0,2 2 0,1 0 0,0 0 0,-4 7 0,2 1 0,0-1 0,1 2 0,0 0 0,2 1 0,0 2 0,2 0 0,0 1 0,2 0 0,0 2 0,1 1 0,1 2 0,0 2 0,2 1 0,0 2 0,1 2 0,1 1 0,0 2 0,0 1 0,1 1 0,0 1 0,0 1 0,0 1 0,1 2 0,1 2 0,-1 1 0,1 2 0,1 2 0,0 1 0,1 2 0,0 2 0,0 2 0,0 2 0,-1 2-168,0 2 0,0 3 0,-1 1 1,1 3-1,-2 1 0,0 3 1,-1 2 167,1 3 0,-1 3 0,-1 1 0,0 3 0,-1 2 0,-2 3 0,0 1-137,-4 0 1,-2 2 0,0 3-1,0 1 1,-2 2 0,-1 1-1,-1 1 1,-1 1 136,-4-1 0,-1 1 0,-1 1 0,-1 1 0,0 1 0,-2 1 0,0 1 0,-1 0 0,0 0-200,0 3 1,0 0-1,-2 1 1,0 0-1,-1 1 1,0 1-1,-1 0 1,0 0-1,-1 0 200,0 1 0,0 0 0,-1 1 0,-1 0 0,0 0 0,0 1 0,-1-1 0,-1 0 0,0 1 0,-1-2 0,0 0 0,-1 1 0,0-1 0,-1 1 0,0-1 0,-1 0 0,-1 0 0,-1 0-50,1 3 0,0 0 1,-2 0-1,0-1 1,-1 1-1,0-1 1,-2-1-1,0 1 50,0 4 0,0 0 0,-2-1 0,0 0 0,-1 0 0,-2-1 0,0-2 80,-1 5 0,-1-2 1,-1 0-1,-2-1 1,-1-1-1,-2-2-80,-3 5 0,0-2 0,-3-1 0,-3-1 0,-3-1 261,-3-4 0,-2 0 0,-3-2 0,-2-1 1,-4-3-262,-3-2 0,-2-3 0,-4-1 0,-1-2 0,-2-1 0,-3-1 0,-3-2 0,-1-1 0,-2-2 0,0-1 0,1-3 0,-1-1 0,-1-2 0,1-2 0,-1-1 660,-7 1 1,1-3-1,-1-2 1,2-2-661,7-3 0,-1-2 0,2-1 0,3-2-188,-4 0 1,2-3-1,6-1 1,0 0 0,6-2-1,-2 0 1</inkml:trace>
  <inkml:trace contextRef="#ctx0" brushRef="#br0" timeOffset="-92449.73">14809 17394 24575,'-7'3'0,"-6"-2"0,-30 1 0,7-2 0,-4-2 0,-17-11 0,-2-11 0,10-6 0,0-8 0,1-9-1215,11 2 1,2-6 0,0-6 0,1-2 0,2-3 1214,5 9 0,1-3 0,1-2 0,1-2 0,0-1 0,1-1 0,1-1-356,3 8 1,1-2 0,1-1 0,0-1 0,1 0 0,0-1 0,1 1 0,0-1 0,1 1 355,0-1 0,1 1 0,0-1 0,1 0 0,0 0 0,2 0 0,-1 1 0,2 0 0,0 1 0,1-2 0,1-1 0,1 2 0,1-1 0,0 1 0,1 1 0,0 0 0,0 1-305,0-4 0,1 0 1,-1 1-1,1 1 1,1 0-1,1 1 1,1 0 304,1-3 0,1 0 0,1 0 0,1 1 0,2 1 0,1-1 0,2 1 0,1-1 0,2 1 0,1 0 0,3 1 0,1 2-235,1 3 1,1 2 0,2 0 0,1 1 0,3 2 0,2 0 234,3 1 0,1 0 0,3 2 0,2 0 0,2 3 0,2 2 0,4 0 0,3 2 0,2 1 0,1 3 0,2 1 0,1 2-31,3 1 0,2 1 1,1 3-1,1 1 0,2 2 1,0 1 30,-4 3 0,1 1 0,1 1 0,0 2 0,1 1 0,1 1 0,-2 1 0,1 1 0,1 2 0,-1 1 0,1 1 0,-1 2 0,0 1 0,0 2 132,-3 1 0,0 2 0,1 1 0,-2 2 0,1 1 0,-1 2 0,0 1-132,-2 2 0,0 1 0,0 1 0,0 2 0,-1 1 0,-1 2 0,-1 2 0,8 4 0,-2 3 0,-1 2 0,0 2 0,-2 2 0,0 1 0,-8-2 0,-1 1 0,-1 2 0,0 1 0,-1 1 0,0 0 0,-2 1 0,7 7 0,-2 1 0,-1 1 0,0 1 0,-2 1 0,-1-1 0,-1 1 0,-1-1 0,-1 2 0,-1-1 0,0 2 0,-1-1 0,-1 2 0,0-1 0,-1 2 0,-1-1 0,-1 1 0,-1 1 0,0 0 0,-2 0 0,0 0 0,-1 1 0,-1 1 0,-1 0 0,-1 0 0,-1 1 0,-1-1 0,0 2 0,-2 0 0,-1 2 0,-4-6 0,0 2 0,-1 0 0,-1 0 0,-1 1 0,-1 0 0,-1 0 0,-1-1 0,-2 0 0,0 1 0,-1-1 0,-1 1 0,0 0 0,-1 1 0,-1 2 0,0 1 0,-1 1 0,0 0 0,-1 0 0,-1 0 0,-1 0 0,1-1 0,-2 0 0,0 0 0,-1 0 0,0-1 0,-1 0 0,-1 0 0,-1 5 0,-1-1 0,0 0 0,-2 0 0,0-1 0,-1 0 73,-1-3 0,0 1 0,-1-1 0,-1-1 0,-1-1 0,-2-1-73,-2 4 0,-2-2 0,-2-2 0,-1 0 0,-1-2 115,0-3 0,-2-1 1,-1-1-1,-2-1 0,0-2-115,-6 6 0,-1-3 0,-2-1 0,0-3 646,3-5 0,-2-2 0,0-2 0,0-2-646,-8 4 0,0-2 0,0-3 953,5-6 1,-1-2-1,1-3-953,-17 4 0,-1-6-640,-2-7 0,4-4 0,-10 1 0,12-13 0</inkml:trace>
  <inkml:trace contextRef="#ctx0" brushRef="#br0" timeOffset="-86183.73">14475 17166 24575,'46'17'0,"1"4"0,9 5 0,-12-7 0,5 3 0,3 1 0,1-1-1235,0 0 1,1 1-1,2-1 1,1 1 0,1 0 1234,-5-2 0,1 0 0,0 0 0,2 0 0,-1 0 0,0-1 0,1-1 0,1 1 0,0-2 0,-1 1 0,1-2 0,-1 0 0,7 0 0,1 0 0,-1-1 0,-1-1 0,0-1-143,-3-2 0,0-1 0,-1 0 1,0-2-1,0-1 143,-4-1 0,-1-2 0,1-1 0,-1-1 0,-1-2 0,10-1 0,0-2 0,0-2 0,-2-2 72,-1 0 1,-1-2-1,-1-1 1,-1-1-73,-4-1 0,0-1 0,-2 0 0,-1-2-140,10-5 0,-2-1 1,-2 0 139,-9 3 0,-1 0 0,-2 0 1322,10-6 1,-4 1-1323,-10 3 0,-4 1 2200,10-8-2200,-23 11 0,-14 8 0,-7 3 0</inkml:trace>
  <inkml:trace contextRef="#ctx0" brushRef="#br0" timeOffset="-83949.73">8472 11320 24575,'0'-38'0,"0"10"0,0-2 0,0 12 0,0 0 0,0-3 0,0-5 0,0-8 0,0 0 0,0 2 0,3 4 0,7 0 0,9-8 0,9-4 0,6-8 0,-15 20 0,1 0-1696,18-24 0,-14 19 0,-8 12 0</inkml:trace>
  <inkml:trace contextRef="#ctx0" brushRef="#br0" timeOffset="-79915.73">690 12589 24575,'0'32'0,"0"7"0,0 8 0,0-2 0,0 4 0,0 4-829,0-5 0,0 2 0,0 2 0,0 1 829,0 4 0,0 1 0,0 1 0,0-1 0,0-5 0,0 1 0,0-2 0,0 0 83,0 13 0,0-1 0,0-4-83,0-8 0,0-3 0,0-3 360,0 6 1,0-5-361,0 17 0,0-38 0,0-26 1674,0-33-1674,0-2 0,0-7 0,0-18 0,0-7-310,1 10 1,1-3 0,1-2 309,1 10 0,2-1 0,0-1 0,2 1 0,2-2 0,0-1 0,3 1 0,0 2 0,2 2 0,1 1 0,2 1 0,0 1-192,7-8 1,2 3 0,1 2 191,-2 9 0,1 2 0,1 2 0,11-7 0,1 4 0,-2 8 0,2 5 0,-1 6 0,0 5 0,1 4 0,0 4 775,0 2 1,0 2-776,-2 2 0,0 1 311,-3 1 1,-1 1-312,29 0 0,2 2 0,-30-1 0,-3 1 0</inkml:trace>
  <inkml:trace contextRef="#ctx0" brushRef="#br0" timeOffset="-76699.73">1076 13552 24575,'10'3'0,"22"-1"0,25-2 0,-17 0 0,2 0 0,3 0 0,0 0 0,-5 0 0,-1 0 0,24-1 0,-21-5 0,-12-9 0,-13-13 0,-7-14 0,-4-13 0,-5 23 0,0-1 0,0-5 0,0 0 0,-2-2 0,0 0 0,-4 1 0,-1 2 0,-3 2 0,-3 2 0,-21-21 0,-11 15 0,-6 14 0,-9 12 0,-4 7 0,1 5 0,4 2 0,6 13 0,2 16 0,24-6 0,2 3 0,-2 6 0,0 3 0,-2 8 0,1 3 0,0 8 0,2 2 0,9-16 0,1 1 0,1 0 0,2 1 0,2 1 0,1-1 0,-1 16 0,4-2 0,3-7 0,5-3 0,7-3 0,7-2 0,7-4 0,6-3 0,7-1 0,4-3 0,5 0 0,2-2 0,-1-2 0,-1-2 0,-2-2 0,-1-2 0,-4-3 0,-1-1 0,24 5 0,-9-10 0,0-14 0,4-14 0,-22 2 0,-1-3 0,5-6 0,1-4 0,5-3 0,1-3 0,2-4 0,1-2 0,1-3 0,0-1 0,-2 1 0,-1-1 0,-6 4 0,-3 1 0,-6 4 0,-2 1 0,-8 5 0,-3 0 0,4-19 0,-10 2 0,-7 3 0,-5-3 0,-5-3 0,-5 3 0,-4 5 0,-1 10 0,3 5 0,1 3 0,-2 0 0,-4-3 0,-8 1 0,-9 0 0,-6 6 0,-1 7 0,6 5 0,7 6 0,6 13 0,-1 24 0,10-6 0,0 3 0,-2 9 0,1 2 0,-1 6 0,2 1 0,2 4 0,2 1 0,2-2 0,3 1 0,1-2 0,2-1 0,4-5 0,3-2 0,3-10 0,3-2 0,20 18 0,7-20 0,-5-15 0,-4-10 0,0-10 0,2-16 0,9-19 0,-18 10 0,1-4 0,0-3 0,-1-3 0,-1 0 0,-3 0 0,-3 4 0,-2 1 0,4-20 0,-9 14 0,-6 13 0,-2 15 0,6 28 0,10 39 0,-2-9 0,2 4 0,-4-11 0,1 2 0,1 0 0,0 2 0,1-1 0,0 0 0,8 16 0,0-3 0,-3-10 0,0-4 0,-3-10 0,-1-4 0,9 6 0,-8-18 0,-5-9 0,-3-7 0,0-6 0,8-18 0,0-1 0,3-4 0,13-18 0,4-5 0,-4 6 0,2-4 0,1 0-379,-7 8 1,0 0 0,1-2 0,0 1 378,-1 0 0,0 0 0,-1-1 0,-1 1 0,5-10 0,-2-1 0,-3 2-69,-6 7 0,-2 0 0,-2 2 69,1-15 0,-5 2 0,-5 7 0,-5 3 0,-6 8 0,-5 3 0,-21-24 0,6 34 0,-5 3 748,-4 4 0,-3 2-748,0 4 0,-1 2 112,2 3 0,2 3-112,-21 0 0,14 18 0,11 27 0,17-2 0,3 7 0,2-5 0,2 4 0,0 1-349,1 9 0,0 2 1,2 0 348,-1 3 0,1 1 0,0-1 0,0-2 0,1-1 0,0-2 0,0-5 0,1-2 0,1-2 0,2 6 0,0-5 0,2-12 0,0-5 0,7 2 0,-1-22 0,7-15 1046,14-28-1046,-5-4 0,3-9 0,-2-4 0,2-6 0,0-5-629,-9 16 1,-1-3 0,1-2-1,-1-1 1,-1-1 628,-2 2 0,0 0 0,-1-2 0,-1-1 0,0 0 0,-1 1 0,0-1 0,-2 0 0,0-1 0,0 0 0,-2 1 0,-1 1 0,0-5 0,-1 0 0,-1 1 0,-2 1 0,0 2-157,0-4 1,-1 1-1,-2 2 1,-1 3 156,-1-1 0,-1 4 0,-3 4 0,-2-5 0,-2 7 0,-9-4 0,-1 25 0,5 19 3028,4 31-3028,4 13 0,1 13 0,2-10 0,-1 5 0,1 5 0,-1 2-621,1-5 1,0 3 0,0 2-1,0 3 1,0 0 0,0 0 620,1-1 0,-1 1 0,1 2 0,-1 0 0,1 0 0,0 1 0,1-2 0,0 2 0,0-1 0,0 1 0,1 0 0,0-1 0,0-1 0,0-1 0,2 4 0,-1 0 0,1-2 0,0 0 0,1-3 0,1-2-182,2 10 0,0-2 1,2-4-1,0-4 182,1-2 0,0-4 0,0-6 0,-1-7 0,-2-8 0,2-6 0</inkml:trace>
  <inkml:trace contextRef="#ctx0" brushRef="#br0" timeOffset="-76006.73">4066 12716 24575,'-10'4'0,"5"39"0,2 12 0,2 14 0,0-14 0,1 6 0,1 3 0,-1 2-1132,0-5 0,0 2 0,0 1 0,0 1 0,0-1 1132,0 1 0,0 0 0,0 0 0,0-1 0,0-2 0,0-6 0,-1-1 0,1-1 0,0-3 0,1-2 504,-1 13 1,0-4 0,3-5-505,3 6 0,5-8-955,9-18 0,1-6 0,4-3 0,8-21 0</inkml:trace>
  <inkml:trace contextRef="#ctx0" brushRef="#br0" timeOffset="-74883.73">6572 12097 24575,'10'0'0,"0"0"0,7 0 0,11 0 0,14 6 0,11 16 0,-23-4 0,0 5 0,4 10 0,-1 4 0,2 7 0,-1 3 0,-9-9 0,-2 2 0,-2 4-635,2 14 1,-4 4-1,-1 3 635,-6-10 0,-1 1 0,-1 2 0,-2 2-543,-1-5 0,-2 2 1,0 1-1,-1 0 0,-1 1 543,1 4 0,-2 0 0,0 1 0,0-1 0,0 0 0,-1-3 0,0-1 0,0 0 0,0 0 0,0-2-256,-1-2 0,1 0 0,0-2 0,-1 0 0,1-2 256,0 4 0,0-2 0,-1-2 0,1-1-73,0 5 0,-1-2 0,0-2 73,-1 13 0,-3-4 736,-6-9 0,-6-4-736,-5-8 0,-2-6 0,-9 5 0,-1-19 0</inkml:trace>
  <inkml:trace contextRef="#ctx0" brushRef="#br0" timeOffset="-74216.73">4816 14416 24575,'0'23'0,"0"5"0,0 5 0,0 4 0,0-18 0,0-3 0</inkml:trace>
  <inkml:trace contextRef="#ctx0" brushRef="#br0" timeOffset="-73066.73">4243 13346 24575,'-1'-3'0,"16"15"0,19 31 0,-12-13 0,0 3 0,2 5 0,-2 0 0,-5-3 0,-1-3 0,3 10 0,-10-18 0,-8-17 0,-7-17 0,-10-21 0,-9-25 0,10 18 0,1-3 0,0-6 0,1 0 0,3 0 0,2 0 0,2 4 0,1 2 0,2 5 0,1 2 0,1-15 0,1 18 0,2 15 0,9 8 0,14 5 0,17 2 0,11 1 0,7 9 0,-28 3 0,-1 4 0,0 11 0,-1 5 0,1 13 0,-3 5 0,0 7 0,-3 2 0,-9-17 0,0 0 0,-1 1 0,5 17 0,-1-2 0,-3-8 0,0-4 0,-3-8 0,-1-5 0,4 9 0,-7-23 0,-6-11 0</inkml:trace>
  <inkml:trace contextRef="#ctx0" brushRef="#br0" timeOffset="-71366.73">574 15102 24575,'37'0'0,"0"0"0,7 0 0,8 0 0,6 0 0,5 0 0,-14-1 0,3 0 0,3 0 0,2-1 0,3 0 0,2 1 0,1-1 0,1 0-820,-10 0 1,2 0 0,2 0 0,0 0 0,2 0-1,1 0 1,1 0 0,0 0 0,2-1 0,0 1 0,1 0-1,0 0 726,-8 0 1,1 0 0,1 0 0,1 0 0,1-1 0,0 1 0,0 0 0,1 0 0,1 0 0,-1 0-1,1 0 1,0 0 0,1-1 0,-1 1 0,0 0 0,-1 0-34,0 0 0,0 0 0,0 0 1,0 0-1,1 0 0,0 0 0,0 0 1,0 0-1,0 0 0,0 1 1,0-1-1,0 0 0,1 0 0,-1 0 1,0 1-1,-1-1 0,1 1 127,-1-1 0,1 1 0,-1 0 0,1-1 0,0 1 0,-1 0 0,1 0 0,0 0 0,-1 0 0,1 0 0,-1 0 0,-1 0 0,1 1 0,-1-1 0,-1 0 0,0 0 0,0 1-63,6-1 0,0 0 0,0 1 1,-1-1-1,1 1 0,-2-1 0,1 1 1,-2 0-1,0-1 0,0 1 0,-2 0 1,0-1-1,-2 1 0,0 0 63,9 0 0,-1 0 0,-1 0 0,-2 0 0,0 0 0,-1 0 0,-2 0 0,0 0 0,-2 0 0,-1 0-48,11 0 1,0 0 0,-2 0 0,-2 0 0,-3 0 0,-4 0 0,-5 0 0,17 0 0,-8 0 0,-7 0-1,-5 0 1,1 0 0</inkml:trace>
  <inkml:trace contextRef="#ctx0" brushRef="#br0" timeOffset="-65033.73">20751 17426 24575,'0'-53'0,"0"3"0,0-8 0,0 5 0,0-5 0,0-1-642,0 9 0,0-2 0,0-1 0,0 1 642,0-14 0,0 1 0,0 2 0,0 7 0,0 2 0,0 3 409,0-11 0,0 5-409,0 15 0,0 4 105,0-10 1,0 28 0,0 11 0</inkml:trace>
  <inkml:trace contextRef="#ctx0" brushRef="#br0" timeOffset="-52764.73">9303 9185 24575,'-3'18'0,"0"21"0,3-4 0,0 5 0,0 3 0,0 5 0,0 2-1255,1 11 0,-1 4 0,-1 2 1255,0-7 0,0 3 0,-1 1 0,-1 1-511,0-5 1,0 0-1,-1 2 1,0 0-1,-1 1 511,0 1 0,0 0 0,-2 1 0,1-1 0,-1 1 0,1-9 0,0 0 0,-1-1 0,1 1 0,-1 0 0,1-1 0,-2 8 0,1 0 0,0-1 0,1-1 0,0 0-25,0-6 1,1-1 0,0 0-1,1-1 1,0-1 24,0 7 0,1-1 0,0-1 0,1 0-222,0-5 1,1-1 0,1 0 0,-1-1 221,0 14 0,0-2 0,0 0 0,0-4 0,-1-2 0,0-1 405,0-2 1,1-2 0,-2-1-406,0 12 0,0-3 1375,0-15 0,1-4-1375,0 14 1817,-1-29-1817,1-15 0,-1-11 0,0 0 0,2-2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EE76B-0B80-9A46-AEF2-380A11E76953}" type="datetimeFigureOut">
              <a:rPr kumimoji="1" lang="zh-CN" altLang="en-US" smtClean="0"/>
              <a:t>2026/10/16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82DDE-58C5-7440-A2B8-9FE3667D06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3279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6543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FD2F8-64CF-2CB8-D35F-B167F5C77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1FA51F-C239-0A43-0E0E-14E12E96E3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E338BF-D795-5963-A730-BE6444E44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从串口</a:t>
            </a:r>
            <a:r>
              <a:rPr lang="en-US" altLang="zh-CN" dirty="0"/>
              <a:t>-》</a:t>
            </a:r>
            <a:r>
              <a:rPr lang="zh-CN" altLang="en-US" dirty="0"/>
              <a:t>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A10361-19F7-CBA5-7420-9739B20E9F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300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8E496-8920-AF9E-FA0B-1902E6F06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7502B8-ACBA-B4B7-78A3-4439539A6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EB68EA-25D8-E1EC-509D-1228A4EDD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从串口</a:t>
            </a:r>
            <a:r>
              <a:rPr lang="en-US" altLang="zh-CN" dirty="0"/>
              <a:t>-》</a:t>
            </a:r>
            <a:r>
              <a:rPr lang="zh-CN" altLang="en-US" dirty="0"/>
              <a:t>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A5FE74-788C-CEF9-BE2E-E96EF4A2AA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4616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36B9D-C80F-C859-BC78-DE693B41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593BBC-FAC5-7719-D2F3-A04F95BF0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777188-8EB2-5971-E3DC-3936FFB8E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从串口</a:t>
            </a:r>
            <a:r>
              <a:rPr lang="en-US" altLang="zh-CN" dirty="0"/>
              <a:t>-》</a:t>
            </a:r>
            <a:r>
              <a:rPr lang="zh-CN" altLang="en-US" dirty="0"/>
              <a:t>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443E2D-947F-5C33-7B8B-8FADBCD532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4824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EAB73-866F-6341-5EF3-7994EA4B3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6A8CF2-BC37-6BC9-ACC2-5F42EDBE5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80883D-5AB4-5E66-2464-7E06393CA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从串口</a:t>
            </a:r>
            <a:r>
              <a:rPr lang="en-US" altLang="zh-CN" dirty="0"/>
              <a:t>-》</a:t>
            </a:r>
            <a:r>
              <a:rPr lang="zh-CN" altLang="en-US" dirty="0"/>
              <a:t>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D02D35-4FAB-F58C-6C98-55DC08FF78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5573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FAD68-ED2D-124A-610B-37623FCA8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309CC2-96AD-C8B7-DC42-BACD9186A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9C6CF9-CD6F-2216-3455-31014044B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从串口</a:t>
            </a:r>
            <a:r>
              <a:rPr lang="en-US" altLang="zh-CN" dirty="0"/>
              <a:t>-》</a:t>
            </a:r>
            <a:r>
              <a:rPr lang="zh-CN" altLang="en-US" dirty="0"/>
              <a:t>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297D3F-A083-C4E1-0F01-CE4E5E60D4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5152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8B1D5-6D63-4E27-C872-1BF03AEB5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0BB34B-9B76-5254-BC4D-6BE8A9029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6D77D9-ECD3-85DF-F926-4AE182EF3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从串口</a:t>
            </a:r>
            <a:r>
              <a:rPr lang="en-US" altLang="zh-CN" dirty="0"/>
              <a:t>-》</a:t>
            </a:r>
            <a:r>
              <a:rPr lang="zh-CN" altLang="en-US" dirty="0"/>
              <a:t>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A962A2-D207-967C-8391-696EDE60E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89674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369BD-98BD-8AD8-0398-19C3B8485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58B6B5-2BA9-3CBC-326A-3DCAE7C00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B7006C-5D7A-8FCE-701C-23D9FACE9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从串口</a:t>
            </a:r>
            <a:r>
              <a:rPr lang="en-US" altLang="zh-CN" dirty="0"/>
              <a:t>-》</a:t>
            </a:r>
            <a:r>
              <a:rPr lang="zh-CN" altLang="en-US" dirty="0"/>
              <a:t>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5FF7AE-BE5F-5F9C-ECBA-53A1BBF81B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95963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99483-4712-8259-A546-5C89B5203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C27DBD-57CF-B6DC-871A-1D49C57748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70C824-2218-CFCF-F92F-626015A6F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从串口</a:t>
            </a:r>
            <a:r>
              <a:rPr lang="en-US" altLang="zh-CN" dirty="0"/>
              <a:t>-》</a:t>
            </a:r>
            <a:r>
              <a:rPr lang="zh-CN" altLang="en-US" dirty="0"/>
              <a:t>库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1.Trace</a:t>
            </a:r>
            <a:r>
              <a:rPr lang="zh-CN" altLang="en-US" dirty="0"/>
              <a:t> </a:t>
            </a:r>
            <a:r>
              <a:rPr lang="en-US" altLang="zh-CN" dirty="0" err="1"/>
              <a:t>linux</a:t>
            </a:r>
            <a:r>
              <a:rPr lang="zh-CN" altLang="en-US" dirty="0"/>
              <a:t>看一下</a:t>
            </a:r>
            <a:r>
              <a:rPr lang="en-US" altLang="zh-CN" dirty="0"/>
              <a:t>Trace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硬件兼容层</a:t>
            </a:r>
            <a:r>
              <a:rPr lang="en-US" altLang="zh-CN" dirty="0"/>
              <a:t>/</a:t>
            </a:r>
            <a:r>
              <a:rPr lang="zh-CN" altLang="en-US" dirty="0">
                <a:highlight>
                  <a:srgbClr val="FFFF00"/>
                </a:highlight>
              </a:rPr>
              <a:t>逻辑对应关系</a:t>
            </a:r>
            <a:r>
              <a:rPr lang="en-US" altLang="zh-CN" dirty="0"/>
              <a:t>-〉</a:t>
            </a:r>
            <a:r>
              <a:rPr lang="zh-CN" altLang="en-US" dirty="0"/>
              <a:t>翻译（）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映射</a:t>
            </a:r>
            <a:r>
              <a:rPr lang="en-US" altLang="zh-CN" dirty="0"/>
              <a:t>+</a:t>
            </a:r>
            <a:r>
              <a:rPr lang="zh-CN" altLang="en-US" dirty="0"/>
              <a:t>翻译</a:t>
            </a:r>
            <a:endParaRPr lang="en-US" altLang="zh-CN" dirty="0"/>
          </a:p>
          <a:p>
            <a:r>
              <a:rPr lang="zh-CN" altLang="en-US" dirty="0"/>
              <a:t>分工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13DBEB-6999-1BD0-18BF-95C9C23763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0181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0042345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7" name="标题 11">
            <a:extLst>
              <a:ext uri="{FF2B5EF4-FFF2-40B4-BE49-F238E27FC236}">
                <a16:creationId xmlns:a16="http://schemas.microsoft.com/office/drawing/2014/main" id="{F740B2F3-F46E-47AE-8C0D-F561C0D5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31937681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00576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>
              <a:extLst>
                <a:ext uri="{FF2B5EF4-FFF2-40B4-BE49-F238E27FC236}">
                  <a16:creationId xmlns:a16="http://schemas.microsoft.com/office/drawing/2014/main" id="{77A3E9FF-E8D6-4864-AD9A-BC3E704158E7}"/>
                </a:ext>
              </a:extLst>
            </p:cNvPr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>
              <a:extLst>
                <a:ext uri="{FF2B5EF4-FFF2-40B4-BE49-F238E27FC236}">
                  <a16:creationId xmlns:a16="http://schemas.microsoft.com/office/drawing/2014/main" id="{0B39D90D-B980-4ADB-95FB-F043B008E76D}"/>
                </a:ext>
              </a:extLst>
            </p:cNvPr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88817076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75E756C-98CD-4DE4-BB41-9C72D0D6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84648170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682075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>
            <a:extLst>
              <a:ext uri="{FF2B5EF4-FFF2-40B4-BE49-F238E27FC236}">
                <a16:creationId xmlns:a16="http://schemas.microsoft.com/office/drawing/2014/main" id="{234BC7E1-028A-4463-99ED-1994A3ADEC14}"/>
              </a:ext>
            </a:extLst>
          </p:cNvPr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1BC6857-420C-4F20-ABBF-78DDE1D9F36B}"/>
              </a:ext>
            </a:extLst>
          </p:cNvPr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472838587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70929004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0376486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1">
            <a:extLst>
              <a:ext uri="{FF2B5EF4-FFF2-40B4-BE49-F238E27FC236}">
                <a16:creationId xmlns:a16="http://schemas.microsoft.com/office/drawing/2014/main" id="{B751A2AD-C679-48C2-AFF3-1AB781A3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0820287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2453490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>
              <a:extLst>
                <a:ext uri="{FF2B5EF4-FFF2-40B4-BE49-F238E27FC236}">
                  <a16:creationId xmlns:a16="http://schemas.microsoft.com/office/drawing/2014/main" id="{5065A524-15E6-4769-B9ED-7868E19ADB1E}"/>
                </a:ext>
              </a:extLst>
            </p:cNvPr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37545581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0F4148E-045B-44EE-8A4E-88B14DCC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69761479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673142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731854349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9" name="标题 11">
            <a:extLst>
              <a:ext uri="{FF2B5EF4-FFF2-40B4-BE49-F238E27FC236}">
                <a16:creationId xmlns:a16="http://schemas.microsoft.com/office/drawing/2014/main" id="{0D0682F6-A194-4FB3-8EF2-674B6164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0076239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504381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11591624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4" name="标题 11">
            <a:extLst>
              <a:ext uri="{FF2B5EF4-FFF2-40B4-BE49-F238E27FC236}">
                <a16:creationId xmlns:a16="http://schemas.microsoft.com/office/drawing/2014/main" id="{FDDD1B7B-042D-4B1B-81C1-5A7085CD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418617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37746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39368824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2" name="标题 11">
            <a:extLst>
              <a:ext uri="{FF2B5EF4-FFF2-40B4-BE49-F238E27FC236}">
                <a16:creationId xmlns:a16="http://schemas.microsoft.com/office/drawing/2014/main" id="{A87381B5-231A-44CC-994D-B480CB6C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49904062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90075"/>
      </p:ext>
    </p:extLst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963"/>
          <a:stretch/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文本占位符 12">
            <a:extLst>
              <a:ext uri="{FF2B5EF4-FFF2-40B4-BE49-F238E27FC236}">
                <a16:creationId xmlns:a16="http://schemas.microsoft.com/office/drawing/2014/main" id="{F63B7C85-1073-4365-852C-DE0C04E61B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97615" y="4908366"/>
            <a:ext cx="7059690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FF2961-8E0B-4CFB-9897-39262A918722}"/>
              </a:ext>
            </a:extLst>
          </p:cNvPr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269877-3713-4708-B674-1A813AB36FFC}"/>
              </a:ext>
            </a:extLst>
          </p:cNvPr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 INSTITUTE OF TECHNOLOGY</a:t>
            </a: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 userDrawn="1"/>
        </p:nvGrpSpPr>
        <p:grpSpPr>
          <a:xfrm>
            <a:off x="566553" y="2031917"/>
            <a:ext cx="1778298" cy="3243219"/>
            <a:chOff x="611818" y="2031917"/>
            <a:chExt cx="1709547" cy="3117834"/>
          </a:xfrm>
        </p:grpSpPr>
        <p:grpSp>
          <p:nvGrpSpPr>
            <p:cNvPr id="70" name="组合 69"/>
            <p:cNvGrpSpPr/>
            <p:nvPr/>
          </p:nvGrpSpPr>
          <p:grpSpPr>
            <a:xfrm>
              <a:off x="611818" y="2051403"/>
              <a:ext cx="567014" cy="3098348"/>
              <a:chOff x="11305242" y="2003776"/>
              <a:chExt cx="354194" cy="1935432"/>
            </a:xfrm>
            <a:solidFill>
              <a:schemeClr val="bg1">
                <a:alpha val="5000"/>
              </a:schemeClr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82341" y="3639427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9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380191" y="2640087"/>
                <a:ext cx="214274" cy="229664"/>
                <a:chOff x="3792874" y="3156423"/>
                <a:chExt cx="331330" cy="355128"/>
              </a:xfrm>
              <a:grpFill/>
            </p:grpSpPr>
            <p:sp>
              <p:nvSpPr>
                <p:cNvPr id="8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71" name="组合 70"/>
            <p:cNvGrpSpPr/>
            <p:nvPr userDrawn="1"/>
          </p:nvGrpSpPr>
          <p:grpSpPr>
            <a:xfrm>
              <a:off x="1752713" y="2031917"/>
              <a:ext cx="568652" cy="3091276"/>
              <a:chOff x="1752714" y="2031919"/>
              <a:chExt cx="568653" cy="3091274"/>
            </a:xfrm>
          </p:grpSpPr>
          <p:grpSp>
            <p:nvGrpSpPr>
              <p:cNvPr id="72" name="组合 71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1769227" y="3776579"/>
                <a:ext cx="501270" cy="527572"/>
                <a:chOff x="6113463" y="3541713"/>
                <a:chExt cx="484188" cy="50958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1752714" y="2031919"/>
                <a:ext cx="568653" cy="718220"/>
                <a:chOff x="6108700" y="2066926"/>
                <a:chExt cx="549275" cy="69373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4" name="组合 73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1855433" y="3075554"/>
                <a:ext cx="381292" cy="328704"/>
                <a:chOff x="6186488" y="2930526"/>
                <a:chExt cx="368300" cy="317500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5" name="组合 74"/>
              <p:cNvGrpSpPr/>
              <p:nvPr/>
            </p:nvGrpSpPr>
            <p:grpSpPr>
              <a:xfrm>
                <a:off x="1804180" y="4681015"/>
                <a:ext cx="442058" cy="442178"/>
                <a:chOff x="11893476" y="1994536"/>
                <a:chExt cx="277932" cy="278006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6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5308" cy="27343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76" y="2009127"/>
                  <a:ext cx="105167" cy="263415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44" name="文本占位符 12">
            <a:extLst>
              <a:ext uri="{FF2B5EF4-FFF2-40B4-BE49-F238E27FC236}">
                <a16:creationId xmlns:a16="http://schemas.microsoft.com/office/drawing/2014/main" id="{562B6659-3604-4A5D-84A6-6A47FE1698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97616" y="1658264"/>
            <a:ext cx="7059689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5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</p:spTree>
    <p:extLst>
      <p:ext uri="{BB962C8B-B14F-4D97-AF65-F5344CB8AC3E}">
        <p14:creationId xmlns:p14="http://schemas.microsoft.com/office/powerpoint/2010/main" val="3544277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7D9317-7C4B-477D-9FCD-CD5482370328}" type="datetimeFigureOut">
              <a:rPr lang="zh-CN" altLang="en-US"/>
              <a:pPr>
                <a:defRPr/>
              </a:pPr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485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customXml" Target="../ink/ink1.xml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占位符 4">
            <a:extLst>
              <a:ext uri="{FF2B5EF4-FFF2-40B4-BE49-F238E27FC236}">
                <a16:creationId xmlns:a16="http://schemas.microsoft.com/office/drawing/2014/main" id="{ADC8450B-B7A8-4345-A581-E9097A6557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49208" y="4270263"/>
            <a:ext cx="7287114" cy="157852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答辩人：俞乐楠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导　师：宋林海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时　间：</a:t>
            </a:r>
            <a:fld id="{557380AF-A950-485A-9126-2F7168CD3CCC}" type="datetime1">
              <a:rPr lang="zh-CN" altLang="en-US" smtClean="0"/>
              <a:pPr>
                <a:lnSpc>
                  <a:spcPct val="150000"/>
                </a:lnSpc>
              </a:pPr>
              <a:t>2026/10/16</a:t>
            </a:fld>
            <a:endParaRPr lang="zh-CN" altLang="en-US" dirty="0"/>
          </a:p>
        </p:txBody>
      </p:sp>
      <p:sp>
        <p:nvSpPr>
          <p:cNvPr id="20" name="文本占位符 27">
            <a:extLst>
              <a:ext uri="{FF2B5EF4-FFF2-40B4-BE49-F238E27FC236}">
                <a16:creationId xmlns:a16="http://schemas.microsoft.com/office/drawing/2014/main" id="{CCDACD4C-1CA6-4E65-8D95-3D708C7F59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49208" y="1484311"/>
            <a:ext cx="7287114" cy="238680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b="1" dirty="0">
                <a:latin typeface="+mn-ea"/>
                <a:ea typeface="+mn-ea"/>
              </a:rPr>
              <a:t>驱动移植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F02FAD8C-9DE1-4C82-A97E-3FC46FEADB6D}"/>
              </a:ext>
            </a:extLst>
          </p:cNvPr>
          <p:cNvCxnSpPr/>
          <p:nvPr/>
        </p:nvCxnSpPr>
        <p:spPr>
          <a:xfrm>
            <a:off x="3549208" y="4010868"/>
            <a:ext cx="7287114" cy="0"/>
          </a:xfrm>
          <a:prstGeom prst="line">
            <a:avLst/>
          </a:prstGeom>
          <a:ln w="28575" cmpd="sng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327235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60990-E94F-1ABC-E3E9-A7F76A76A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F96C0FAF-6059-32B8-55CA-F80EB41BE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主要设计思想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404642-ADF6-433F-139F-7A7C3D2BB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7A5541C-307A-F9CE-6B76-3FCC00A1027B}"/>
              </a:ext>
            </a:extLst>
          </p:cNvPr>
          <p:cNvSpPr txBox="1"/>
          <p:nvPr/>
        </p:nvSpPr>
        <p:spPr>
          <a:xfrm>
            <a:off x="1" y="2023756"/>
            <a:ext cx="355874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用户态驱动负责“</a:t>
            </a:r>
            <a:r>
              <a:rPr lang="zh-CN" altLang="en-US" b="1" dirty="0"/>
              <a:t>怎样使用这些资源，让设备完成工作</a:t>
            </a:r>
            <a:r>
              <a:rPr lang="zh-CN" altLang="en-US" dirty="0"/>
              <a:t>”。</a:t>
            </a:r>
            <a:endParaRPr lang="en-US" altLang="zh-CN" dirty="0"/>
          </a:p>
          <a:p>
            <a:r>
              <a:rPr lang="zh-CN" altLang="en-US" dirty="0"/>
              <a:t>（驱动、协议栈与应用策略）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内核负责“</a:t>
            </a:r>
            <a:r>
              <a:rPr lang="zh-CN" altLang="en-US" b="1" dirty="0"/>
              <a:t>把硬件资源安全地交给谁，以及线程什么时候运行</a:t>
            </a:r>
            <a:r>
              <a:rPr lang="zh-CN" altLang="en-US" dirty="0"/>
              <a:t>”；</a:t>
            </a:r>
            <a:endParaRPr lang="en-US" altLang="zh-CN" dirty="0"/>
          </a:p>
          <a:p>
            <a:r>
              <a:rPr lang="zh-CN" altLang="en-US" dirty="0"/>
              <a:t>（最小保护机制）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接口协议</a:t>
            </a:r>
            <a:r>
              <a:rPr lang="zh-CN" altLang="en-US" dirty="0"/>
              <a:t>定义在 </a:t>
            </a:r>
            <a:r>
              <a:rPr lang="en-US" altLang="zh-CN" dirty="0" err="1"/>
              <a:t>abi</a:t>
            </a:r>
            <a:r>
              <a:rPr lang="en-US" altLang="zh-CN" dirty="0"/>
              <a:t>/</a:t>
            </a:r>
            <a:r>
              <a:rPr lang="en-US" altLang="zh-CN" dirty="0" err="1"/>
              <a:t>src</a:t>
            </a:r>
            <a:r>
              <a:rPr lang="en-US" altLang="zh-CN" dirty="0"/>
              <a:t>/</a:t>
            </a:r>
            <a:r>
              <a:rPr lang="en-US" altLang="zh-CN" dirty="0" err="1"/>
              <a:t>lib.rs</a:t>
            </a:r>
            <a:endParaRPr lang="en-US" altLang="zh-CN" dirty="0"/>
          </a:p>
          <a:p>
            <a:r>
              <a:rPr lang="zh-CN" altLang="en-US" dirty="0"/>
              <a:t>主要参考了微内核</a:t>
            </a:r>
            <a:r>
              <a:rPr lang="en-US" altLang="zh-CN" b="1" dirty="0"/>
              <a:t>seL4</a:t>
            </a:r>
            <a:r>
              <a:rPr lang="zh-CN" altLang="en-US" dirty="0"/>
              <a:t>的接口</a:t>
            </a:r>
            <a:endParaRPr lang="en-US" altLang="zh-CN" dirty="0"/>
          </a:p>
          <a:p>
            <a:r>
              <a:rPr lang="zh-CN" altLang="en-US" dirty="0"/>
              <a:t>去掉了</a:t>
            </a:r>
            <a:r>
              <a:rPr lang="en-US" altLang="zh-CN" b="1" dirty="0"/>
              <a:t>Cap</a:t>
            </a:r>
            <a:r>
              <a:rPr lang="zh-CN" altLang="en-US" dirty="0"/>
              <a:t>设计，略微修改协议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封装在</a:t>
            </a:r>
            <a:r>
              <a:rPr lang="en-US" altLang="zh-CN" b="1" dirty="0" err="1"/>
              <a:t>libos</a:t>
            </a:r>
            <a:r>
              <a:rPr lang="en-US" altLang="zh-CN" b="1" dirty="0"/>
              <a:t>/</a:t>
            </a:r>
            <a:r>
              <a:rPr lang="en-US" altLang="zh-CN" b="1" dirty="0" err="1"/>
              <a:t>src</a:t>
            </a:r>
            <a:r>
              <a:rPr lang="en-US" altLang="zh-CN" b="1" dirty="0"/>
              <a:t>/</a:t>
            </a:r>
            <a:r>
              <a:rPr lang="en-US" altLang="zh-CN" b="1" dirty="0" err="1"/>
              <a:t>kernel_api</a:t>
            </a:r>
            <a:r>
              <a:rPr lang="en-US" altLang="zh-CN" b="1" dirty="0"/>
              <a:t>/ </a:t>
            </a:r>
          </a:p>
          <a:p>
            <a:r>
              <a:rPr lang="zh-CN" altLang="en-US" b="1" dirty="0"/>
              <a:t>和 </a:t>
            </a:r>
            <a:r>
              <a:rPr lang="en-US" altLang="zh-CN" b="1" dirty="0" err="1"/>
              <a:t>libos</a:t>
            </a:r>
            <a:r>
              <a:rPr lang="en-US" altLang="zh-CN" b="1" dirty="0"/>
              <a:t>/</a:t>
            </a:r>
            <a:r>
              <a:rPr lang="en-US" altLang="zh-CN" b="1" dirty="0" err="1"/>
              <a:t>src</a:t>
            </a:r>
            <a:r>
              <a:rPr lang="en-US" altLang="zh-CN" b="1" dirty="0"/>
              <a:t>/runtime/</a:t>
            </a:r>
            <a:r>
              <a:rPr lang="en-US" altLang="zh-CN" b="1" dirty="0" err="1"/>
              <a:t>mod.rs</a:t>
            </a:r>
            <a:endParaRPr lang="zh-CN" altLang="en-US" dirty="0"/>
          </a:p>
        </p:txBody>
      </p:sp>
      <p:pic>
        <p:nvPicPr>
          <p:cNvPr id="34" name="图形 33">
            <a:extLst>
              <a:ext uri="{FF2B5EF4-FFF2-40B4-BE49-F238E27FC236}">
                <a16:creationId xmlns:a16="http://schemas.microsoft.com/office/drawing/2014/main" id="{1DFE3696-F5E4-E837-4E03-E1355D866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8747" y="831746"/>
            <a:ext cx="8070876" cy="6026254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674138A9-B03F-337E-C938-26156522C2F7}"/>
              </a:ext>
            </a:extLst>
          </p:cNvPr>
          <p:cNvSpPr txBox="1"/>
          <p:nvPr/>
        </p:nvSpPr>
        <p:spPr>
          <a:xfrm>
            <a:off x="249382" y="973777"/>
            <a:ext cx="20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用</a:t>
            </a:r>
            <a:r>
              <a:rPr kumimoji="1" lang="en-US" altLang="zh-CN" b="1" dirty="0"/>
              <a:t>QEMU</a:t>
            </a:r>
            <a:r>
              <a:rPr kumimoji="1" lang="zh-CN" altLang="en-US" dirty="0"/>
              <a:t>模拟开发</a:t>
            </a:r>
          </a:p>
        </p:txBody>
      </p:sp>
    </p:spTree>
    <p:extLst>
      <p:ext uri="{BB962C8B-B14F-4D97-AF65-F5344CB8AC3E}">
        <p14:creationId xmlns:p14="http://schemas.microsoft.com/office/powerpoint/2010/main" val="1621863425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654F0-2666-6D3E-A076-1450C719F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2EBB0820-A37B-2A8B-6176-FD38CBCB1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en-US" altLang="zh-CN" dirty="0" err="1"/>
              <a:t>UserBootInfo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888231-84BC-DF36-1FAD-A2EE0C5DF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2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45F6FD-1794-30C3-720C-48006667976E}"/>
              </a:ext>
            </a:extLst>
          </p:cNvPr>
          <p:cNvSpPr txBox="1"/>
          <p:nvPr/>
        </p:nvSpPr>
        <p:spPr>
          <a:xfrm>
            <a:off x="535481" y="1173177"/>
            <a:ext cx="6098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用户态驱动启动后，怎么知道有哪些设备、设备在哪里？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90B650-6B45-4FC5-2259-3B924D2A74A2}"/>
              </a:ext>
            </a:extLst>
          </p:cNvPr>
          <p:cNvSpPr txBox="1"/>
          <p:nvPr/>
        </p:nvSpPr>
        <p:spPr>
          <a:xfrm>
            <a:off x="104712" y="2413337"/>
            <a:ext cx="67737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dirty="0">
                <a:latin typeface="Courier New" panose="02070309020205020404" pitchFamily="49" charset="0"/>
              </a:rPr>
              <a:t>（</a:t>
            </a:r>
            <a:r>
              <a:rPr lang="en-US" altLang="zh-CN" dirty="0">
                <a:latin typeface="Courier New" panose="02070309020205020404" pitchFamily="49" charset="0"/>
              </a:rPr>
              <a:t>EL1</a:t>
            </a:r>
            <a:r>
              <a:rPr lang="zh-CN" altLang="en-US" dirty="0">
                <a:latin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</a:rPr>
              <a:t>kernel</a:t>
            </a:r>
            <a:r>
              <a:rPr lang="zh-CN" altLang="en-US" dirty="0">
                <a:latin typeface="Courier New" panose="02070309020205020404" pitchFamily="49" charset="0"/>
              </a:rPr>
              <a:t>拿到）</a:t>
            </a:r>
            <a:r>
              <a:rPr lang="zh-CN" altLang="en-US" b="1" dirty="0">
                <a:latin typeface="Courier New" panose="02070309020205020404" pitchFamily="49" charset="0"/>
              </a:rPr>
              <a:t>设备树 </a:t>
            </a:r>
            <a:r>
              <a:rPr lang="en-US" altLang="zh-CN" b="1" dirty="0">
                <a:latin typeface="Courier New" panose="02070309020205020404" pitchFamily="49" charset="0"/>
              </a:rPr>
              <a:t>DTB</a:t>
            </a:r>
          </a:p>
          <a:p>
            <a:pPr rtl="0">
              <a:buNone/>
            </a:pPr>
            <a:r>
              <a:rPr lang="en-US" altLang="zh-CN" dirty="0">
                <a:latin typeface="Courier New" panose="02070309020205020404" pitchFamily="49" charset="0"/>
              </a:rPr>
              <a:t>    	↓ </a:t>
            </a:r>
            <a:r>
              <a:rPr lang="zh-CN" altLang="en-US" dirty="0">
                <a:latin typeface="Courier New" panose="02070309020205020404" pitchFamily="49" charset="0"/>
              </a:rPr>
              <a:t>内核解析、建立授权记录</a:t>
            </a:r>
          </a:p>
          <a:p>
            <a:r>
              <a:rPr lang="zh-CN" altLang="en-US" dirty="0">
                <a:latin typeface="Courier New" panose="02070309020205020404" pitchFamily="49" charset="0"/>
              </a:rPr>
              <a:t>（</a:t>
            </a:r>
            <a:r>
              <a:rPr lang="en-US" altLang="zh-CN" dirty="0">
                <a:latin typeface="Courier New" panose="02070309020205020404" pitchFamily="49" charset="0"/>
              </a:rPr>
              <a:t>kernel</a:t>
            </a:r>
            <a:r>
              <a:rPr lang="zh-CN" altLang="en-US" dirty="0">
                <a:latin typeface="Courier New" panose="02070309020205020404" pitchFamily="49" charset="0"/>
              </a:rPr>
              <a:t>封装成）</a:t>
            </a:r>
            <a:r>
              <a:rPr lang="en-US" altLang="zh-CN" b="1" dirty="0" err="1">
                <a:latin typeface="+mj-lt"/>
              </a:rPr>
              <a:t>UserBootInfo</a:t>
            </a:r>
            <a:r>
              <a:rPr lang="zh-CN" altLang="en-US" dirty="0">
                <a:latin typeface="Courier New" panose="02070309020205020404" pitchFamily="49" charset="0"/>
              </a:rPr>
              <a:t>（给用户态提供资源描述）    </a:t>
            </a:r>
            <a:endParaRPr lang="en-US" altLang="zh-CN" dirty="0">
              <a:latin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</a:rPr>
              <a:t>	</a:t>
            </a:r>
            <a:r>
              <a:rPr lang="zh-CN" altLang="en-US" dirty="0">
                <a:latin typeface="Courier New" panose="02070309020205020404" pitchFamily="49" charset="0"/>
              </a:rPr>
              <a:t>↓ </a:t>
            </a:r>
            <a:r>
              <a:rPr lang="en-US" altLang="zh-CN" dirty="0">
                <a:latin typeface="Courier New" panose="02070309020205020404" pitchFamily="49" charset="0"/>
              </a:rPr>
              <a:t>EL0 </a:t>
            </a:r>
            <a:r>
              <a:rPr lang="zh-CN" altLang="en-US" dirty="0">
                <a:latin typeface="Courier New" panose="02070309020205020404" pitchFamily="49" charset="0"/>
              </a:rPr>
              <a:t>读取</a:t>
            </a:r>
          </a:p>
          <a:p>
            <a:pPr rtl="0">
              <a:buNone/>
            </a:pPr>
            <a:r>
              <a:rPr lang="zh-CN" altLang="en-US" dirty="0">
                <a:latin typeface="Courier New" panose="02070309020205020404" pitchFamily="49" charset="0"/>
              </a:rPr>
              <a:t>（用户）驱动申请 </a:t>
            </a:r>
            <a:r>
              <a:rPr lang="en-US" altLang="zh-CN" dirty="0">
                <a:latin typeface="Courier New" panose="02070309020205020404" pitchFamily="49" charset="0"/>
              </a:rPr>
              <a:t>MMIO </a:t>
            </a:r>
            <a:r>
              <a:rPr lang="zh-CN" altLang="en-US" dirty="0">
                <a:latin typeface="Courier New" panose="02070309020205020404" pitchFamily="49" charset="0"/>
              </a:rPr>
              <a:t>映射 </a:t>
            </a:r>
            <a:r>
              <a:rPr lang="en-US" altLang="zh-CN" dirty="0">
                <a:latin typeface="Courier New" panose="02070309020205020404" pitchFamily="49" charset="0"/>
              </a:rPr>
              <a:t>/ IRQ </a:t>
            </a:r>
            <a:r>
              <a:rPr lang="zh-CN" altLang="en-US" dirty="0">
                <a:latin typeface="Courier New" panose="02070309020205020404" pitchFamily="49" charset="0"/>
              </a:rPr>
              <a:t>绑定（向内核</a:t>
            </a:r>
            <a:r>
              <a:rPr lang="zh-CN" altLang="en-US" b="1" dirty="0">
                <a:latin typeface="Courier New" panose="02070309020205020404" pitchFamily="49" charset="0"/>
              </a:rPr>
              <a:t>系统调用</a:t>
            </a:r>
            <a:r>
              <a:rPr lang="zh-CN" altLang="en-US" dirty="0">
                <a:latin typeface="Courier New" panose="02070309020205020404" pitchFamily="49" charset="0"/>
              </a:rPr>
              <a:t>）</a:t>
            </a:r>
          </a:p>
          <a:p>
            <a:pPr rtl="0">
              <a:buNone/>
            </a:pPr>
            <a:r>
              <a:rPr lang="zh-CN" altLang="en-US" dirty="0">
                <a:latin typeface="Courier New" panose="02070309020205020404" pitchFamily="49" charset="0"/>
              </a:rPr>
              <a:t>    </a:t>
            </a:r>
            <a:r>
              <a:rPr lang="en-US" altLang="zh-CN" dirty="0">
                <a:latin typeface="Courier New" panose="02070309020205020404" pitchFamily="49" charset="0"/>
              </a:rPr>
              <a:t>	</a:t>
            </a:r>
            <a:r>
              <a:rPr lang="zh-CN" altLang="en-US" dirty="0">
                <a:latin typeface="Courier New" panose="02070309020205020404" pitchFamily="49" charset="0"/>
              </a:rPr>
              <a:t>↓ 内核校验（保护作用）</a:t>
            </a:r>
          </a:p>
          <a:p>
            <a:pPr rtl="0">
              <a:buNone/>
            </a:pPr>
            <a:r>
              <a:rPr lang="zh-CN" altLang="en-US" dirty="0">
                <a:latin typeface="Courier New" panose="02070309020205020404" pitchFamily="49" charset="0"/>
              </a:rPr>
              <a:t>（用户态）</a:t>
            </a:r>
            <a:r>
              <a:rPr lang="zh-CN" altLang="en-US" b="1" dirty="0">
                <a:latin typeface="Courier New" panose="02070309020205020404" pitchFamily="49" charset="0"/>
              </a:rPr>
              <a:t>直接操作</a:t>
            </a:r>
            <a:r>
              <a:rPr lang="zh-CN" altLang="en-US" dirty="0">
                <a:latin typeface="Courier New" panose="02070309020205020404" pitchFamily="49" charset="0"/>
              </a:rPr>
              <a:t>设备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640483AD-92A2-16FA-B917-CB0A170F18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9516" y="824448"/>
            <a:ext cx="8795835" cy="488657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4187DAD-5D3A-1900-CFD5-C4108EDC2240}"/>
              </a:ext>
            </a:extLst>
          </p:cNvPr>
          <p:cNvSpPr txBox="1"/>
          <p:nvPr/>
        </p:nvSpPr>
        <p:spPr>
          <a:xfrm>
            <a:off x="1802365" y="4992324"/>
            <a:ext cx="42619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UART</a:t>
            </a:r>
            <a:r>
              <a:rPr kumimoji="1" lang="zh-CN" altLang="en-US" dirty="0"/>
              <a:t>和</a:t>
            </a:r>
            <a:r>
              <a:rPr kumimoji="1" lang="en-US" altLang="zh-CN" dirty="0"/>
              <a:t>XHCI</a:t>
            </a:r>
            <a:r>
              <a:rPr kumimoji="1" lang="zh-CN" altLang="en-US" dirty="0"/>
              <a:t>支持真实设备</a:t>
            </a:r>
            <a:endParaRPr kumimoji="1" lang="en-US" altLang="zh-CN" dirty="0"/>
          </a:p>
          <a:p>
            <a:r>
              <a:rPr kumimoji="1" lang="en-US" altLang="zh-CN" dirty="0" err="1"/>
              <a:t>Virtio</a:t>
            </a:r>
            <a:r>
              <a:rPr kumimoji="1" lang="zh-CN" altLang="en-US" dirty="0"/>
              <a:t>现仅支持虚拟块（</a:t>
            </a:r>
            <a:r>
              <a:rPr kumimoji="1" lang="en-US" altLang="zh-CN" dirty="0"/>
              <a:t>ext4</a:t>
            </a:r>
            <a:r>
              <a:rPr kumimoji="1" lang="zh-CN" altLang="en-US" dirty="0"/>
              <a:t>磁盘）设备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0834A953-2ED0-3955-B187-7A01EE31EE14}"/>
                  </a:ext>
                </a:extLst>
              </p14:cNvPr>
              <p14:cNvContentPartPr/>
              <p14:nvPr/>
            </p14:nvContentPartPr>
            <p14:xfrm>
              <a:off x="2428560" y="2252880"/>
              <a:ext cx="1513800" cy="47448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0834A953-2ED0-3955-B187-7A01EE31EE1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19200" y="2243520"/>
                <a:ext cx="1532520" cy="49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9625775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99647-D797-BE40-D6A2-D9B4A93ED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945F21DB-C36C-8955-83DC-2EE1F5799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en-US" altLang="zh-CN" dirty="0" err="1"/>
              <a:t>UserBootInfo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EC94B44-C4E0-2D75-3434-001A04198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2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2ABAB67B-E6F4-562E-6DF7-041670F4BA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8306" y="881223"/>
            <a:ext cx="8983694" cy="499094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C9CBA3E-AB79-083E-C030-DAF3DEACE4F5}"/>
              </a:ext>
            </a:extLst>
          </p:cNvPr>
          <p:cNvSpPr txBox="1"/>
          <p:nvPr/>
        </p:nvSpPr>
        <p:spPr>
          <a:xfrm>
            <a:off x="0" y="2757487"/>
            <a:ext cx="341779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PCI</a:t>
            </a:r>
            <a:r>
              <a:rPr kumimoji="1" lang="zh-CN" altLang="en-US" dirty="0"/>
              <a:t>这一块</a:t>
            </a:r>
            <a:r>
              <a:rPr kumimoji="1" lang="en-US" altLang="zh-CN" dirty="0"/>
              <a:t>AI</a:t>
            </a:r>
            <a:r>
              <a:rPr kumimoji="1" lang="zh-CN" altLang="en-US" dirty="0"/>
              <a:t>写的我还没仔细看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别的</a:t>
            </a:r>
            <a:r>
              <a:rPr kumimoji="1" lang="en-US" altLang="zh-CN" dirty="0"/>
              <a:t>Device</a:t>
            </a:r>
            <a:r>
              <a:rPr kumimoji="1" lang="zh-CN" altLang="en-US" dirty="0"/>
              <a:t>就是</a:t>
            </a:r>
            <a:r>
              <a:rPr kumimoji="1" lang="en-US" altLang="zh-CN" dirty="0"/>
              <a:t>MMIO</a:t>
            </a:r>
            <a:r>
              <a:rPr kumimoji="1" lang="zh-CN" altLang="en-US" dirty="0"/>
              <a:t>基址</a:t>
            </a:r>
            <a:r>
              <a:rPr kumimoji="1" lang="en-US" altLang="zh-CN" dirty="0"/>
              <a:t>+</a:t>
            </a:r>
          </a:p>
          <a:p>
            <a:r>
              <a:rPr kumimoji="1" lang="zh-CN" altLang="en-US" dirty="0"/>
              <a:t>长度</a:t>
            </a:r>
            <a:r>
              <a:rPr kumimoji="1" lang="en-US" altLang="zh-CN" dirty="0"/>
              <a:t>+GIC</a:t>
            </a:r>
            <a:r>
              <a:rPr kumimoji="1" lang="zh-CN" altLang="en-US" dirty="0"/>
              <a:t>中断号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现有的设备支持</a:t>
            </a:r>
            <a:r>
              <a:rPr kumimoji="1" lang="en-US" altLang="zh-CN" dirty="0"/>
              <a:t>UART</a:t>
            </a:r>
            <a:r>
              <a:rPr kumimoji="1" lang="zh-CN" altLang="en-US" dirty="0"/>
              <a:t>、</a:t>
            </a:r>
            <a:r>
              <a:rPr kumimoji="1" lang="en-US" altLang="zh-CN" dirty="0"/>
              <a:t>XHCI</a:t>
            </a:r>
            <a:r>
              <a:rPr kumimoji="1" lang="zh-CN" altLang="en-US" dirty="0"/>
              <a:t>、</a:t>
            </a:r>
            <a:endParaRPr kumimoji="1" lang="en-US" altLang="zh-CN" dirty="0"/>
          </a:p>
          <a:p>
            <a:r>
              <a:rPr kumimoji="1" lang="zh-CN" altLang="en-US" dirty="0"/>
              <a:t>块设备（虚拟硬盘）</a:t>
            </a:r>
          </a:p>
        </p:txBody>
      </p:sp>
    </p:spTree>
    <p:extLst>
      <p:ext uri="{BB962C8B-B14F-4D97-AF65-F5344CB8AC3E}">
        <p14:creationId xmlns:p14="http://schemas.microsoft.com/office/powerpoint/2010/main" val="1173225527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2159D-32C1-F7B2-3E8D-1A8E86DE3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1A59957F-8716-355E-5787-C3A3D2302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9680" y="5272733"/>
            <a:ext cx="3312460" cy="121865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DDAEF02-DC3F-F25D-DEEC-1992D78D6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63567"/>
            <a:ext cx="2589620" cy="963400"/>
          </a:xfrm>
          <a:prstGeom prst="rect">
            <a:avLst/>
          </a:prstGeom>
        </p:spPr>
      </p:pic>
      <p:sp>
        <p:nvSpPr>
          <p:cNvPr id="9" name="标题 8">
            <a:extLst>
              <a:ext uri="{FF2B5EF4-FFF2-40B4-BE49-F238E27FC236}">
                <a16:creationId xmlns:a16="http://schemas.microsoft.com/office/drawing/2014/main" id="{E878B7F7-1461-9FC5-35F7-2F2868318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en-US" altLang="zh-CN" dirty="0"/>
              <a:t>UART</a:t>
            </a:r>
            <a:r>
              <a:rPr lang="zh-CN" altLang="en-US" dirty="0"/>
              <a:t>为例，用户态如何访问硬件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1BD4F1-F88D-C010-0D0C-30ACE0263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20EF795-7C93-9483-4BE4-E7337E870C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81223"/>
            <a:ext cx="4013860" cy="134175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D69DCAC-103C-387E-174E-4A6CB989EC7F}"/>
              </a:ext>
            </a:extLst>
          </p:cNvPr>
          <p:cNvSpPr txBox="1"/>
          <p:nvPr/>
        </p:nvSpPr>
        <p:spPr>
          <a:xfrm>
            <a:off x="4478127" y="912735"/>
            <a:ext cx="61110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现有的驱动是直接写的，没有参考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的源码</a:t>
            </a:r>
            <a:endParaRPr kumimoji="1" lang="en-US" altLang="zh-CN" dirty="0"/>
          </a:p>
          <a:p>
            <a:r>
              <a:rPr kumimoji="1" lang="zh-CN" altLang="en-US" dirty="0"/>
              <a:t>使用到了</a:t>
            </a:r>
            <a:r>
              <a:rPr kumimoji="1" lang="en-US" altLang="zh-CN" dirty="0" err="1">
                <a:highlight>
                  <a:srgbClr val="FFFF00"/>
                </a:highlight>
              </a:rPr>
              <a:t>nostd</a:t>
            </a:r>
            <a:r>
              <a:rPr kumimoji="1" lang="zh-CN" altLang="en-US" dirty="0"/>
              <a:t>的</a:t>
            </a:r>
            <a:r>
              <a:rPr kumimoji="1" lang="en-US" altLang="zh-CN" dirty="0"/>
              <a:t>UART</a:t>
            </a:r>
            <a:r>
              <a:rPr kumimoji="1" lang="zh-CN" altLang="en-US" dirty="0"/>
              <a:t>库</a:t>
            </a:r>
            <a:r>
              <a:rPr lang="en-US" altLang="zh-CN" dirty="0"/>
              <a:t>PL011</a:t>
            </a:r>
            <a:r>
              <a:rPr lang="zh-CN" altLang="en-US" dirty="0"/>
              <a:t>，</a:t>
            </a:r>
            <a:r>
              <a:rPr lang="en-US" altLang="zh-CN" dirty="0"/>
              <a:t>map</a:t>
            </a:r>
            <a:r>
              <a:rPr lang="zh-CN" altLang="en-US" dirty="0"/>
              <a:t>之后把</a:t>
            </a:r>
            <a:r>
              <a:rPr lang="en-US" altLang="zh-CN" dirty="0"/>
              <a:t>VA</a:t>
            </a:r>
            <a:r>
              <a:rPr lang="zh-CN" altLang="en-US" dirty="0"/>
              <a:t>传给驱动</a:t>
            </a:r>
            <a:endParaRPr kumimoji="1"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2FCA8A8-95D6-715E-46DD-CA74A8831D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836935"/>
              </p:ext>
            </p:extLst>
          </p:nvPr>
        </p:nvGraphicFramePr>
        <p:xfrm>
          <a:off x="1802704" y="2052243"/>
          <a:ext cx="10272387" cy="4060964"/>
        </p:xfrm>
        <a:graphic>
          <a:graphicData uri="http://schemas.openxmlformats.org/drawingml/2006/table">
            <a:tbl>
              <a:tblPr/>
              <a:tblGrid>
                <a:gridCol w="1867422">
                  <a:extLst>
                    <a:ext uri="{9D8B030D-6E8A-4147-A177-3AD203B41FA5}">
                      <a16:colId xmlns:a16="http://schemas.microsoft.com/office/drawing/2014/main" val="4142281004"/>
                    </a:ext>
                  </a:extLst>
                </a:gridCol>
                <a:gridCol w="4980836">
                  <a:extLst>
                    <a:ext uri="{9D8B030D-6E8A-4147-A177-3AD203B41FA5}">
                      <a16:colId xmlns:a16="http://schemas.microsoft.com/office/drawing/2014/main" val="3657615473"/>
                    </a:ext>
                  </a:extLst>
                </a:gridCol>
                <a:gridCol w="3424129">
                  <a:extLst>
                    <a:ext uri="{9D8B030D-6E8A-4147-A177-3AD203B41FA5}">
                      <a16:colId xmlns:a16="http://schemas.microsoft.com/office/drawing/2014/main" val="1639793378"/>
                    </a:ext>
                  </a:extLst>
                </a:gridCol>
              </a:tblGrid>
              <a:tr h="329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步骤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关键代码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干的事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777982"/>
                  </a:ext>
                </a:extLst>
              </a:tr>
              <a:tr h="576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① </a:t>
                      </a:r>
                      <a:r>
                        <a:rPr lang="zh-CN" altLang="en-US"/>
                        <a:t>取得资源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let 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uart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info.uart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从 </a:t>
                      </a:r>
                      <a:r>
                        <a:rPr lang="en-US" dirty="0" err="1"/>
                        <a:t>UserBootInfo</a:t>
                      </a:r>
                      <a:r>
                        <a:rPr lang="en-US" dirty="0"/>
                        <a:t> </a:t>
                      </a:r>
                      <a:r>
                        <a:rPr lang="zh-CN" altLang="en-US" dirty="0"/>
                        <a:t>得到设备 </a:t>
                      </a:r>
                      <a:r>
                        <a:rPr lang="en-US" dirty="0"/>
                        <a:t>PA、</a:t>
                      </a:r>
                      <a:r>
                        <a:rPr lang="zh-CN" altLang="en-US" dirty="0"/>
                        <a:t>长度和 </a:t>
                      </a:r>
                      <a:r>
                        <a:rPr lang="en-US" dirty="0"/>
                        <a:t>INTID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137318"/>
                  </a:ext>
                </a:extLst>
              </a:tr>
              <a:tr h="823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② </a:t>
                      </a:r>
                      <a:r>
                        <a:rPr lang="zh-CN" altLang="en-US"/>
                        <a:t>建立访问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latin typeface="Courier New" panose="02070309020205020404" pitchFamily="49" charset="0"/>
                        </a:rPr>
                        <a:t>map_mmio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(..., UART_</a:t>
                      </a:r>
                      <a:r>
                        <a:rPr lang="en-US" i="1" u="none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</a:rPr>
                        <a:t>VA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内核检查权限并建立映射；</a:t>
                      </a:r>
                      <a:r>
                        <a:rPr lang="en-US" dirty="0"/>
                        <a:t>PL011 </a:t>
                      </a:r>
                      <a:r>
                        <a:rPr lang="zh-CN" altLang="en-US" dirty="0"/>
                        <a:t>库随后通过这个 </a:t>
                      </a:r>
                      <a:r>
                        <a:rPr lang="en-US" dirty="0"/>
                        <a:t>VA </a:t>
                      </a:r>
                      <a:r>
                        <a:rPr lang="zh-CN" altLang="en-US" dirty="0"/>
                        <a:t>操作寄存器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863993"/>
                  </a:ext>
                </a:extLst>
              </a:tr>
              <a:tr h="1070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③ </a:t>
                      </a:r>
                      <a:r>
                        <a:rPr lang="zh-CN" altLang="en-US"/>
                        <a:t>准备中断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Courier New" panose="02070309020205020404" pitchFamily="49" charset="0"/>
                        </a:rPr>
                        <a:t>Notification::create()</a:t>
                      </a:r>
                      <a:r>
                        <a:rPr lang="en-US" b="1" dirty="0"/>
                        <a:t>、</a:t>
                      </a:r>
                    </a:p>
                    <a:p>
                      <a:pPr>
                        <a:buNone/>
                      </a:pPr>
                      <a:r>
                        <a:rPr lang="en-US" b="1" dirty="0" err="1">
                          <a:latin typeface="Courier New" panose="02070309020205020404" pitchFamily="49" charset="0"/>
                        </a:rPr>
                        <a:t>bind_irq</a:t>
                      </a:r>
                      <a:r>
                        <a:rPr lang="en-US" b="1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b="1" dirty="0"/>
                        <a:t>、</a:t>
                      </a:r>
                    </a:p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set_interrupt_masks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zh-CN" altLang="en-US" dirty="0">
                          <a:latin typeface="Courier New" panose="02070309020205020404" pitchFamily="49" charset="0"/>
                        </a:rPr>
                        <a:t>（驱动的逻辑）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内核绑定通知；驱动打开 </a:t>
                      </a:r>
                      <a:r>
                        <a:rPr lang="en-US" dirty="0"/>
                        <a:t>UART </a:t>
                      </a:r>
                      <a:r>
                        <a:rPr lang="zh-CN" altLang="en-US" dirty="0"/>
                        <a:t>接收中断。这是两个不同层面的配置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504146"/>
                  </a:ext>
                </a:extLst>
              </a:tr>
              <a:tr h="1070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④ </a:t>
                      </a:r>
                      <a:r>
                        <a:rPr lang="zh-CN" altLang="en-US" dirty="0"/>
                        <a:t>等待并回显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Courier New" panose="02070309020205020404" pitchFamily="49" charset="0"/>
                        </a:rPr>
                        <a:t>wait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dirty="0"/>
                        <a:t> → 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read_word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dirty="0"/>
                        <a:t> → 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write_word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dirty="0"/>
                        <a:t> → 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clear_interrupts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dirty="0"/>
                        <a:t> </a:t>
                      </a:r>
                      <a:r>
                        <a:rPr lang="en-US" b="1" dirty="0"/>
                        <a:t>→ </a:t>
                      </a:r>
                      <a:r>
                        <a:rPr lang="en-US" b="1" dirty="0" err="1">
                          <a:latin typeface="Courier New" panose="02070309020205020404" pitchFamily="49" charset="0"/>
                        </a:rPr>
                        <a:t>irq_ack</a:t>
                      </a:r>
                      <a:r>
                        <a:rPr lang="en-US" b="1" dirty="0">
                          <a:latin typeface="Courier New" panose="02070309020205020404" pitchFamily="49" charset="0"/>
                        </a:rPr>
                        <a:t>()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dirty="0"/>
                        <a:t>Wait</a:t>
                      </a:r>
                      <a:r>
                        <a:rPr lang="zh-CN" altLang="en-US" b="1" dirty="0"/>
                        <a:t>阻塞等待</a:t>
                      </a:r>
                      <a:r>
                        <a:rPr lang="zh-CN" altLang="en-US" dirty="0"/>
                        <a:t>，收到通知后读字符、发回字符，处理完再</a:t>
                      </a:r>
                      <a:r>
                        <a:rPr lang="zh-CN" altLang="en-US" b="1" dirty="0"/>
                        <a:t>重新开放 </a:t>
                      </a:r>
                      <a:r>
                        <a:rPr lang="en-US" b="1" dirty="0"/>
                        <a:t>IRQ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210380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20A6CF90-A196-C5F8-A672-D8B21AE907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106" y="2892254"/>
            <a:ext cx="1945473" cy="106913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7C5D34C-7DA3-1B8A-29CD-D289A58CDFD7}"/>
              </a:ext>
            </a:extLst>
          </p:cNvPr>
          <p:cNvSpPr txBox="1"/>
          <p:nvPr/>
        </p:nvSpPr>
        <p:spPr>
          <a:xfrm>
            <a:off x="5593278" y="1686296"/>
            <a:ext cx="3195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加粗的会触发</a:t>
            </a:r>
            <a:r>
              <a:rPr kumimoji="1" lang="en-US" altLang="zh-CN" dirty="0" err="1"/>
              <a:t>syscall</a:t>
            </a:r>
            <a:r>
              <a:rPr kumimoji="1" lang="zh-CN" altLang="en-US" dirty="0"/>
              <a:t>系统调用</a:t>
            </a:r>
          </a:p>
        </p:txBody>
      </p:sp>
    </p:spTree>
    <p:extLst>
      <p:ext uri="{BB962C8B-B14F-4D97-AF65-F5344CB8AC3E}">
        <p14:creationId xmlns:p14="http://schemas.microsoft.com/office/powerpoint/2010/main" val="1400249457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43C3B-DD99-1616-BB95-BDFEB8F1F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38B783ED-2FBC-F52C-35D6-B33CBD68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en-US" altLang="zh-CN" dirty="0"/>
              <a:t>XHCI(USB</a:t>
            </a:r>
            <a:r>
              <a:rPr lang="zh-CN" altLang="en-US" dirty="0"/>
              <a:t>控制器</a:t>
            </a:r>
            <a:r>
              <a:rPr lang="en-US" altLang="zh-CN" dirty="0"/>
              <a:t>)-</a:t>
            </a:r>
            <a:r>
              <a:rPr lang="zh-CN" altLang="en-US" dirty="0"/>
              <a:t>取得资源并初始化控制器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087678-24FB-F56E-F3BE-FD1E2EECB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4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DF9374A-2D76-A971-6B6A-CD26F8023686}"/>
              </a:ext>
            </a:extLst>
          </p:cNvPr>
          <p:cNvSpPr txBox="1"/>
          <p:nvPr/>
        </p:nvSpPr>
        <p:spPr>
          <a:xfrm>
            <a:off x="357352" y="982639"/>
            <a:ext cx="2749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libos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src</a:t>
            </a:r>
            <a:r>
              <a:rPr kumimoji="1" lang="en-US" altLang="zh-CN" dirty="0"/>
              <a:t>/drivers/</a:t>
            </a:r>
            <a:r>
              <a:rPr kumimoji="1" lang="en-US" altLang="zh-CN" dirty="0" err="1"/>
              <a:t>xhci.rs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7793242-BB83-A958-DC8A-05C99695DE1B}"/>
              </a:ext>
            </a:extLst>
          </p:cNvPr>
          <p:cNvSpPr txBox="1"/>
          <p:nvPr/>
        </p:nvSpPr>
        <p:spPr>
          <a:xfrm>
            <a:off x="303289" y="1573472"/>
            <a:ext cx="29856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/>
              <a:t>现有的驱动是直接写的，</a:t>
            </a:r>
            <a:endParaRPr kumimoji="1" lang="en-US" altLang="zh-CN" dirty="0"/>
          </a:p>
          <a:p>
            <a:r>
              <a:rPr kumimoji="1" lang="zh-CN" altLang="en-US" dirty="0"/>
              <a:t>没有参考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的源码</a:t>
            </a:r>
            <a:endParaRPr kumimoji="1" lang="en-US" altLang="zh-CN" dirty="0"/>
          </a:p>
          <a:p>
            <a:r>
              <a:rPr kumimoji="1" lang="zh-CN" altLang="en-US" dirty="0"/>
              <a:t>使用到了</a:t>
            </a:r>
            <a:r>
              <a:rPr kumimoji="1" lang="en-US" altLang="zh-CN" dirty="0" err="1">
                <a:highlight>
                  <a:srgbClr val="FFFF00"/>
                </a:highlight>
              </a:rPr>
              <a:t>nostd</a:t>
            </a:r>
            <a:r>
              <a:rPr kumimoji="1" lang="zh-CN" altLang="en-US" dirty="0"/>
              <a:t>的</a:t>
            </a:r>
            <a:r>
              <a:rPr kumimoji="1" lang="en-US" altLang="zh-CN" dirty="0"/>
              <a:t>USB</a:t>
            </a:r>
            <a:r>
              <a:rPr kumimoji="1" lang="zh-CN" altLang="en-US" dirty="0"/>
              <a:t>库</a:t>
            </a:r>
            <a:r>
              <a:rPr kumimoji="1" lang="en-US" altLang="zh-CN" dirty="0" err="1"/>
              <a:t>C</a:t>
            </a:r>
            <a:r>
              <a:rPr lang="en-US" altLang="zh-CN" dirty="0" err="1"/>
              <a:t>rabUSB</a:t>
            </a:r>
            <a:r>
              <a:rPr lang="zh-CN" altLang="en-US" dirty="0"/>
              <a:t>，</a:t>
            </a:r>
            <a:r>
              <a:rPr lang="en-US" altLang="zh-CN" dirty="0"/>
              <a:t>map</a:t>
            </a:r>
            <a:r>
              <a:rPr lang="zh-CN" altLang="en-US" dirty="0"/>
              <a:t>之后把</a:t>
            </a:r>
            <a:r>
              <a:rPr lang="en-US" altLang="zh-CN" dirty="0"/>
              <a:t>VA</a:t>
            </a:r>
            <a:r>
              <a:rPr lang="zh-CN" altLang="en-US" dirty="0"/>
              <a:t>传给驱动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343CF4-D69D-7B95-4535-5CB8864EFAA3}"/>
              </a:ext>
            </a:extLst>
          </p:cNvPr>
          <p:cNvSpPr txBox="1"/>
          <p:nvPr/>
        </p:nvSpPr>
        <p:spPr>
          <a:xfrm>
            <a:off x="58729" y="4361198"/>
            <a:ext cx="32939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Host.init</a:t>
            </a:r>
            <a:r>
              <a:rPr kumimoji="1" lang="zh-CN" altLang="en-US" dirty="0"/>
              <a:t>调用到</a:t>
            </a:r>
            <a:r>
              <a:rPr kumimoji="1" lang="en-US" altLang="zh-CN" dirty="0" err="1"/>
              <a:t>CrabUSB</a:t>
            </a:r>
            <a:r>
              <a:rPr kumimoji="1" lang="zh-CN" altLang="en-US" dirty="0"/>
              <a:t>的</a:t>
            </a:r>
            <a:r>
              <a:rPr kumimoji="1" lang="en-US" altLang="zh-CN" dirty="0" err="1"/>
              <a:t>init</a:t>
            </a:r>
            <a:r>
              <a:rPr kumimoji="1" lang="zh-CN" altLang="en-US" dirty="0"/>
              <a:t>里面会调用到</a:t>
            </a:r>
            <a:r>
              <a:rPr lang="en-US" altLang="zh-CN" dirty="0" err="1"/>
              <a:t>UsbKernel</a:t>
            </a:r>
            <a:r>
              <a:rPr kumimoji="1" lang="zh-CN" altLang="en-US" dirty="0"/>
              <a:t>的</a:t>
            </a:r>
            <a:r>
              <a:rPr kumimoji="1" lang="en-US" altLang="zh-CN" dirty="0"/>
              <a:t>Allocate</a:t>
            </a:r>
            <a:r>
              <a:rPr lang="zh-CN" altLang="en-US" dirty="0"/>
              <a:t>（用到</a:t>
            </a:r>
            <a:r>
              <a:rPr lang="en-US" altLang="zh-CN" dirty="0"/>
              <a:t>DMA_ALLOC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block_on_usb</a:t>
            </a:r>
            <a:r>
              <a:rPr lang="zh-CN" altLang="en-US" dirty="0"/>
              <a:t>里面会</a:t>
            </a:r>
            <a:r>
              <a:rPr lang="en-US" altLang="zh-CN" dirty="0">
                <a:highlight>
                  <a:srgbClr val="FFFF00"/>
                </a:highlight>
              </a:rPr>
              <a:t>wait</a:t>
            </a:r>
            <a:r>
              <a:rPr lang="zh-CN" altLang="en-US" dirty="0"/>
              <a:t>等待</a:t>
            </a:r>
            <a:r>
              <a:rPr lang="en-US" altLang="zh-CN" dirty="0"/>
              <a:t>IRQ</a:t>
            </a:r>
            <a:r>
              <a:rPr lang="zh-CN" altLang="en-US" dirty="0"/>
              <a:t>中断和</a:t>
            </a:r>
            <a:r>
              <a:rPr lang="en-US" altLang="zh-CN" dirty="0">
                <a:highlight>
                  <a:srgbClr val="FFFF00"/>
                </a:highlight>
              </a:rPr>
              <a:t>ACK</a:t>
            </a:r>
            <a:r>
              <a:rPr lang="zh-CN" altLang="en-US" dirty="0"/>
              <a:t>（和之前一样）</a:t>
            </a:r>
            <a:endParaRPr lang="en-US" altLang="zh-CN" dirty="0"/>
          </a:p>
        </p:txBody>
      </p:sp>
      <p:pic>
        <p:nvPicPr>
          <p:cNvPr id="26" name="图形 25">
            <a:extLst>
              <a:ext uri="{FF2B5EF4-FFF2-40B4-BE49-F238E27FC236}">
                <a16:creationId xmlns:a16="http://schemas.microsoft.com/office/drawing/2014/main" id="{B3E397B4-BD5D-2ACB-5D52-03C631F9F0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2700" y="1210167"/>
            <a:ext cx="8580037" cy="486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109362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FBDFC-038A-A1BB-C7E6-19D6A4C9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5C295BF0-BE6F-4E42-199C-9C82DD894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en-US" altLang="zh-CN" dirty="0"/>
              <a:t>XHCI</a:t>
            </a:r>
            <a:r>
              <a:rPr lang="zh-CN" altLang="en-US" dirty="0"/>
              <a:t>控制器就绪后，一次 </a:t>
            </a:r>
            <a:r>
              <a:rPr lang="en-US" altLang="zh-CN" dirty="0"/>
              <a:t>USB </a:t>
            </a:r>
            <a:r>
              <a:rPr lang="zh-CN" altLang="en-US" dirty="0"/>
              <a:t>请求怎样完成</a:t>
            </a:r>
            <a:r>
              <a:rPr lang="en-US" altLang="zh-CN" dirty="0"/>
              <a:t>?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7F7069-8020-A7B0-A845-FD673B892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4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157F3A-6FB2-3E4D-C960-23A460B9FB59}"/>
              </a:ext>
            </a:extLst>
          </p:cNvPr>
          <p:cNvSpPr txBox="1"/>
          <p:nvPr/>
        </p:nvSpPr>
        <p:spPr>
          <a:xfrm>
            <a:off x="207007" y="964371"/>
            <a:ext cx="1214698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功能：</a:t>
            </a:r>
            <a:r>
              <a:rPr lang="en-US" altLang="zh-CN" b="1" dirty="0"/>
              <a:t>USB </a:t>
            </a:r>
            <a:r>
              <a:rPr lang="zh-CN" altLang="en-US" b="1" dirty="0"/>
              <a:t>串口</a:t>
            </a:r>
            <a:r>
              <a:rPr lang="zh-CN" altLang="en-US" dirty="0"/>
              <a:t>回显，就是往</a:t>
            </a:r>
            <a:r>
              <a:rPr lang="en-US" altLang="zh-CN" dirty="0"/>
              <a:t>USB</a:t>
            </a:r>
            <a:r>
              <a:rPr lang="zh-CN" altLang="en-US" dirty="0"/>
              <a:t>串口里输入</a:t>
            </a:r>
            <a:r>
              <a:rPr lang="en-US" altLang="zh-CN" dirty="0"/>
              <a:t>read</a:t>
            </a:r>
            <a:r>
              <a:rPr lang="zh-CN" altLang="en-US" dirty="0"/>
              <a:t>然后相同输出</a:t>
            </a:r>
            <a:r>
              <a:rPr lang="en-US" altLang="zh-CN" dirty="0"/>
              <a:t>write</a:t>
            </a:r>
            <a:r>
              <a:rPr lang="zh-CN" altLang="en-US" dirty="0"/>
              <a:t>（对应</a:t>
            </a:r>
            <a:r>
              <a:rPr lang="en-US" altLang="zh-CN" dirty="0" err="1"/>
              <a:t>linux</a:t>
            </a:r>
            <a:r>
              <a:rPr lang="zh-CN" altLang="en-US" dirty="0"/>
              <a:t>的</a:t>
            </a:r>
            <a:r>
              <a:rPr lang="en-US" altLang="zh-CN" dirty="0"/>
              <a:t>read</a:t>
            </a:r>
            <a:r>
              <a:rPr lang="zh-CN" altLang="en-US" dirty="0"/>
              <a:t>和</a:t>
            </a:r>
            <a:r>
              <a:rPr lang="en-US" altLang="zh-CN" dirty="0"/>
              <a:t>write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//</a:t>
            </a:r>
            <a:r>
              <a:rPr lang="en-US" altLang="zh-CN" dirty="0" err="1"/>
              <a:t>libos</a:t>
            </a:r>
            <a:r>
              <a:rPr lang="en-US" altLang="zh-CN" dirty="0"/>
              <a:t>/</a:t>
            </a:r>
            <a:r>
              <a:rPr lang="en-US" altLang="zh-CN" dirty="0" err="1"/>
              <a:t>src</a:t>
            </a:r>
            <a:r>
              <a:rPr lang="en-US" altLang="zh-CN" dirty="0"/>
              <a:t>/apps/</a:t>
            </a:r>
            <a:r>
              <a:rPr lang="en-US" altLang="zh-CN" dirty="0" err="1"/>
              <a:t>usb_task.rs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let Err(stage) = crate::runtime::</a:t>
            </a:r>
            <a:r>
              <a:rPr lang="en-US" altLang="zh-CN" dirty="0" err="1"/>
              <a:t>usb_executor</a:t>
            </a:r>
            <a:r>
              <a:rPr lang="en-US" altLang="zh-CN" dirty="0"/>
              <a:t>::</a:t>
            </a:r>
            <a:r>
              <a:rPr lang="en-US" altLang="zh-CN" b="1" dirty="0" err="1">
                <a:highlight>
                  <a:srgbClr val="FFFF00"/>
                </a:highlight>
              </a:rPr>
              <a:t>block_on_usb</a:t>
            </a:r>
            <a:r>
              <a:rPr lang="en-US" altLang="zh-CN" dirty="0"/>
              <a:t>(</a:t>
            </a:r>
          </a:p>
          <a:p>
            <a:pPr lvl="1"/>
            <a:r>
              <a:rPr lang="en-US" altLang="zh-CN" dirty="0"/>
              <a:t>crate::apps::</a:t>
            </a:r>
            <a:r>
              <a:rPr lang="en-US" altLang="zh-CN" dirty="0" err="1">
                <a:highlight>
                  <a:srgbClr val="FFFF00"/>
                </a:highlight>
              </a:rPr>
              <a:t>usb_echo</a:t>
            </a:r>
            <a:r>
              <a:rPr lang="en-US" altLang="zh-CN" dirty="0">
                <a:highlight>
                  <a:srgbClr val="FFFF00"/>
                </a:highlight>
              </a:rPr>
              <a:t>::run</a:t>
            </a:r>
            <a:r>
              <a:rPr lang="en-US" altLang="zh-CN" dirty="0"/>
              <a:t>(&amp;mut </a:t>
            </a:r>
            <a:r>
              <a:rPr lang="en-US" altLang="zh-CN" dirty="0" err="1"/>
              <a:t>xhci.host</a:t>
            </a:r>
            <a:r>
              <a:rPr lang="en-US" altLang="zh-CN" dirty="0"/>
              <a:t>, &amp;</a:t>
            </a:r>
            <a:r>
              <a:rPr lang="en-US" altLang="zh-CN" dirty="0" err="1"/>
              <a:t>xhci.handler</a:t>
            </a:r>
            <a:r>
              <a:rPr lang="en-US" altLang="zh-CN" dirty="0"/>
              <a:t>, _</a:t>
            </a:r>
            <a:r>
              <a:rPr lang="en-US" altLang="zh-CN" dirty="0" err="1"/>
              <a:t>ready_signal</a:t>
            </a:r>
            <a:r>
              <a:rPr lang="en-US" altLang="zh-CN" dirty="0"/>
              <a:t>),</a:t>
            </a:r>
            <a:r>
              <a:rPr lang="zh-CN" altLang="en-US" dirty="0"/>
              <a:t> </a:t>
            </a:r>
            <a:r>
              <a:rPr lang="en-US" altLang="zh-CN" sz="1400" i="1" dirty="0"/>
              <a:t>//</a:t>
            </a:r>
            <a:r>
              <a:rPr lang="zh-CN" altLang="en-US" sz="1400" i="1" dirty="0"/>
              <a:t>枚举</a:t>
            </a:r>
            <a:r>
              <a:rPr lang="en-US" altLang="zh-CN" sz="1400" i="1" dirty="0"/>
              <a:t>+</a:t>
            </a:r>
            <a:r>
              <a:rPr lang="zh-CN" altLang="en-US" sz="1400" i="1" dirty="0"/>
              <a:t>一个</a:t>
            </a:r>
            <a:r>
              <a:rPr lang="en-US" altLang="zh-CN" sz="1400" i="1" dirty="0"/>
              <a:t>read</a:t>
            </a:r>
            <a:r>
              <a:rPr lang="zh-CN" altLang="en-US" sz="1400" i="1" dirty="0"/>
              <a:t>一个</a:t>
            </a:r>
            <a:r>
              <a:rPr lang="en-US" altLang="zh-CN" sz="1400" i="1" dirty="0"/>
              <a:t>write</a:t>
            </a:r>
            <a:endParaRPr lang="en-US" altLang="zh-CN" i="1" dirty="0"/>
          </a:p>
          <a:p>
            <a:pPr lvl="1"/>
            <a:r>
              <a:rPr lang="en-US" altLang="zh-CN" dirty="0"/>
              <a:t>&amp;</a:t>
            </a:r>
            <a:r>
              <a:rPr lang="en-US" altLang="zh-CN" dirty="0" err="1"/>
              <a:t>xhci.handler</a:t>
            </a:r>
            <a:r>
              <a:rPr lang="en-US" altLang="zh-CN" dirty="0"/>
              <a:t>,		</a:t>
            </a:r>
            <a:r>
              <a:rPr lang="en-US" altLang="zh-CN" sz="1400" i="1" dirty="0"/>
              <a:t>//</a:t>
            </a:r>
            <a:r>
              <a:rPr lang="en-US" altLang="zh-CN" sz="1400" i="1" dirty="0" err="1"/>
              <a:t>xhci</a:t>
            </a:r>
            <a:r>
              <a:rPr lang="zh-CN" altLang="en-US" sz="1400" i="1" dirty="0"/>
              <a:t>是上一步创建的对象</a:t>
            </a:r>
            <a:endParaRPr lang="en-US" altLang="zh-CN" i="1" dirty="0"/>
          </a:p>
          <a:p>
            <a:pPr lvl="1"/>
            <a:r>
              <a:rPr lang="en-US" altLang="zh-CN" dirty="0" err="1"/>
              <a:t>xhci.intid</a:t>
            </a:r>
            <a:r>
              <a:rPr lang="en-US" altLang="zh-CN" dirty="0"/>
              <a:t>,</a:t>
            </a:r>
          </a:p>
          <a:p>
            <a:pPr lvl="1"/>
            <a:r>
              <a:rPr lang="en-US" altLang="zh-CN" dirty="0"/>
              <a:t>&amp;</a:t>
            </a:r>
            <a:r>
              <a:rPr lang="en-US" altLang="zh-CN" dirty="0" err="1"/>
              <a:t>xhci.notification</a:t>
            </a:r>
            <a:r>
              <a:rPr lang="en-US" altLang="zh-CN" dirty="0"/>
              <a:t>,</a:t>
            </a:r>
          </a:p>
          <a:p>
            <a:pPr lvl="1"/>
            <a:r>
              <a:rPr lang="en-US" altLang="zh-CN" dirty="0"/>
              <a:t>)	//</a:t>
            </a:r>
            <a:r>
              <a:rPr lang="zh-CN" altLang="en-US" dirty="0"/>
              <a:t>先</a:t>
            </a:r>
            <a:r>
              <a:rPr lang="en-US" altLang="zh-CN" dirty="0"/>
              <a:t>echo::run</a:t>
            </a:r>
            <a:r>
              <a:rPr lang="zh-CN" altLang="en-US" dirty="0"/>
              <a:t>，</a:t>
            </a:r>
            <a:r>
              <a:rPr lang="en-US" altLang="zh-CN" b="1" dirty="0"/>
              <a:t> run </a:t>
            </a:r>
            <a:r>
              <a:rPr lang="zh-CN" altLang="en-US" b="1" dirty="0"/>
              <a:t>是 </a:t>
            </a:r>
            <a:r>
              <a:rPr lang="en-US" altLang="zh-CN" b="1" dirty="0"/>
              <a:t>async </a:t>
            </a:r>
            <a:r>
              <a:rPr lang="en-US" altLang="zh-CN" b="1" dirty="0" err="1"/>
              <a:t>fn</a:t>
            </a:r>
            <a:r>
              <a:rPr lang="zh-CN" altLang="en-US" b="1" dirty="0"/>
              <a:t>，调用它时，不会先执行完里面的读写，而是先返回一个 </a:t>
            </a:r>
            <a:r>
              <a:rPr lang="en-US" altLang="zh-CN" b="1" dirty="0"/>
              <a:t>Future</a:t>
            </a:r>
            <a:r>
              <a:rPr lang="zh-CN" altLang="en-US" b="1" dirty="0"/>
              <a:t>，保存“接下来要做的事情”。把这个任务交给</a:t>
            </a:r>
            <a:r>
              <a:rPr lang="en-US" altLang="zh-CN" dirty="0" err="1"/>
              <a:t>block_on_usb</a:t>
            </a:r>
            <a:r>
              <a:rPr lang="zh-CN" altLang="en-US" dirty="0"/>
              <a:t>，里面会</a:t>
            </a:r>
            <a:r>
              <a:rPr lang="en-US" altLang="zh-CN" dirty="0" err="1"/>
              <a:t>notification.wait</a:t>
            </a:r>
            <a:r>
              <a:rPr lang="en-US" altLang="zh-CN" dirty="0"/>
              <a:t>()</a:t>
            </a:r>
            <a:r>
              <a:rPr lang="zh-CN" altLang="en-US" dirty="0"/>
              <a:t>等中断和</a:t>
            </a:r>
            <a:r>
              <a:rPr lang="en-US" altLang="zh-CN" dirty="0"/>
              <a:t>ACK</a:t>
            </a:r>
            <a:r>
              <a:rPr lang="zh-CN" altLang="en-US" dirty="0"/>
              <a:t>，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kumimoji="1" lang="en-US" altLang="zh-CN" dirty="0" err="1"/>
              <a:t>libos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src</a:t>
            </a:r>
            <a:r>
              <a:rPr kumimoji="1" lang="en-US" altLang="zh-CN" dirty="0"/>
              <a:t>/drivers/</a:t>
            </a:r>
            <a:r>
              <a:rPr kumimoji="1" lang="en-US" altLang="zh-CN" dirty="0" err="1"/>
              <a:t>usb_serial.rs</a:t>
            </a:r>
            <a:r>
              <a:rPr kumimoji="1" lang="zh-CN" altLang="en-US" dirty="0"/>
              <a:t>里面定义了</a:t>
            </a:r>
            <a:r>
              <a:rPr lang="en-US" altLang="zh-CN" dirty="0" err="1"/>
              <a:t>UsbSerialTransport</a:t>
            </a:r>
            <a:r>
              <a:rPr kumimoji="1" lang="zh-CN" altLang="en-US" dirty="0"/>
              <a:t>的</a:t>
            </a:r>
            <a:r>
              <a:rPr kumimoji="1" lang="en-US" altLang="zh-CN" dirty="0"/>
              <a:t>read</a:t>
            </a:r>
            <a:r>
              <a:rPr kumimoji="1" lang="zh-CN" altLang="en-US" dirty="0"/>
              <a:t>和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方法</a:t>
            </a:r>
            <a:endParaRPr lang="en-US" altLang="zh-CN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C61DC79-1D45-D71B-3F71-3BFB377884E0}"/>
              </a:ext>
            </a:extLst>
          </p:cNvPr>
          <p:cNvSpPr txBox="1"/>
          <p:nvPr/>
        </p:nvSpPr>
        <p:spPr>
          <a:xfrm>
            <a:off x="207007" y="4323968"/>
            <a:ext cx="625799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async</a:t>
            </a:r>
            <a:r>
              <a:rPr lang="en-US" altLang="zh-CN" dirty="0"/>
              <a:t> </a:t>
            </a:r>
            <a:r>
              <a:rPr lang="en-US" altLang="zh-CN" dirty="0" err="1"/>
              <a:t>fn</a:t>
            </a:r>
            <a:r>
              <a:rPr lang="en-US" altLang="zh-CN" dirty="0"/>
              <a:t> read</a:t>
            </a:r>
            <a:r>
              <a:rPr kumimoji="1" lang="en-US" altLang="zh-CN" dirty="0"/>
              <a:t>(</a:t>
            </a:r>
            <a:r>
              <a:rPr kumimoji="1" lang="zh-CN" altLang="en-US" dirty="0"/>
              <a:t>）</a:t>
            </a:r>
            <a:r>
              <a:rPr kumimoji="1" lang="en-US" altLang="zh-CN" dirty="0"/>
              <a:t>{</a:t>
            </a:r>
          </a:p>
          <a:p>
            <a:r>
              <a:rPr kumimoji="1" lang="en-US" altLang="zh-CN" dirty="0"/>
              <a:t>let completion = </a:t>
            </a:r>
            <a:r>
              <a:rPr kumimoji="1" lang="en-US" altLang="zh-CN" dirty="0" err="1"/>
              <a:t>self.endpoint_in</a:t>
            </a:r>
            <a:endParaRPr kumimoji="1" lang="en-US" altLang="zh-CN" dirty="0"/>
          </a:p>
          <a:p>
            <a:r>
              <a:rPr kumimoji="1" lang="en-US" altLang="zh-CN" dirty="0"/>
              <a:t>    .</a:t>
            </a:r>
            <a:r>
              <a:rPr kumimoji="1" lang="en-US" altLang="zh-CN" b="1" dirty="0">
                <a:highlight>
                  <a:srgbClr val="FFFF00"/>
                </a:highlight>
              </a:rPr>
              <a:t>wait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TransferRequest</a:t>
            </a:r>
            <a:r>
              <a:rPr kumimoji="1" lang="en-US" altLang="zh-CN" dirty="0"/>
              <a:t>::</a:t>
            </a:r>
            <a:r>
              <a:rPr kumimoji="1" lang="en-US" altLang="zh-CN" dirty="0" err="1"/>
              <a:t>bulk_in</a:t>
            </a:r>
            <a:r>
              <a:rPr kumimoji="1" lang="en-US" altLang="zh-CN" dirty="0"/>
              <a:t>(buffer))</a:t>
            </a:r>
            <a:r>
              <a:rPr lang="en-US" altLang="zh-CN" dirty="0"/>
              <a:t> 	//</a:t>
            </a:r>
            <a:r>
              <a:rPr lang="en-US" altLang="zh-CN" sz="1400" i="1" dirty="0" err="1"/>
              <a:t>CrabUSB</a:t>
            </a:r>
            <a:r>
              <a:rPr lang="en-US" altLang="zh-CN" sz="1400" i="1" dirty="0"/>
              <a:t> </a:t>
            </a:r>
            <a:r>
              <a:rPr lang="zh-CN" altLang="en-US" sz="1400" i="1" dirty="0"/>
              <a:t>的方法，接收这次 </a:t>
            </a:r>
            <a:r>
              <a:rPr lang="en-US" altLang="zh-CN" sz="1400" i="1" dirty="0"/>
              <a:t>Bulk IN </a:t>
            </a:r>
            <a:r>
              <a:rPr lang="zh-CN" altLang="en-US" sz="1400" i="1" dirty="0"/>
              <a:t>数据因为它是异步方法，写下这一句时传输还没有完成。</a:t>
            </a:r>
            <a:endParaRPr kumimoji="1" lang="en-US" altLang="zh-CN" sz="1400" i="1" dirty="0"/>
          </a:p>
          <a:p>
            <a:r>
              <a:rPr kumimoji="1" lang="en-US" altLang="zh-CN" dirty="0"/>
              <a:t>    </a:t>
            </a:r>
            <a:r>
              <a:rPr kumimoji="1" lang="en-US" altLang="zh-CN" dirty="0">
                <a:highlight>
                  <a:srgbClr val="FFFF00"/>
                </a:highlight>
              </a:rPr>
              <a:t>.await?;</a:t>
            </a:r>
            <a:r>
              <a:rPr kumimoji="1" lang="en-US" altLang="zh-CN" dirty="0"/>
              <a:t>	//</a:t>
            </a:r>
            <a:r>
              <a:rPr lang="en-US" altLang="zh-CN" sz="1400" i="1" dirty="0"/>
              <a:t>Rust </a:t>
            </a:r>
            <a:r>
              <a:rPr lang="zh-CN" altLang="en-US" sz="1400" i="1" dirty="0"/>
              <a:t>的语法，不是另一个 </a:t>
            </a:r>
            <a:r>
              <a:rPr lang="en-US" altLang="zh-CN" sz="1400" i="1" dirty="0"/>
              <a:t>wait </a:t>
            </a:r>
            <a:r>
              <a:rPr lang="zh-CN" altLang="en-US" sz="1400" i="1" dirty="0"/>
              <a:t>函数。它让执行器反复推进这个 </a:t>
            </a:r>
            <a:r>
              <a:rPr lang="en-US" altLang="zh-CN" sz="1400" i="1" dirty="0"/>
              <a:t>Future</a:t>
            </a:r>
            <a:r>
              <a:rPr lang="zh-CN" altLang="en-US" sz="1400" i="1" dirty="0"/>
              <a:t>；未完成时暂停当前任务，完成后取得传输结果。</a:t>
            </a:r>
            <a:endParaRPr lang="en-US" altLang="zh-CN" sz="1400" i="1" dirty="0"/>
          </a:p>
          <a:p>
            <a:r>
              <a:rPr kumimoji="1" lang="en-US" altLang="zh-CN" sz="1400" i="1" dirty="0"/>
              <a:t>}</a:t>
            </a:r>
            <a:endParaRPr kumimoji="1" lang="en-US" altLang="zh-CN" i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69934C5-D3DF-62DC-63A5-277B90C40D6B}"/>
              </a:ext>
            </a:extLst>
          </p:cNvPr>
          <p:cNvSpPr txBox="1"/>
          <p:nvPr/>
        </p:nvSpPr>
        <p:spPr>
          <a:xfrm>
            <a:off x="8356209" y="4811151"/>
            <a:ext cx="2632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Write</a:t>
            </a:r>
            <a:r>
              <a:rPr kumimoji="1" lang="zh-CN" altLang="en-US" dirty="0"/>
              <a:t>差不多不列出来了</a:t>
            </a:r>
          </a:p>
        </p:txBody>
      </p:sp>
    </p:spTree>
    <p:extLst>
      <p:ext uri="{BB962C8B-B14F-4D97-AF65-F5344CB8AC3E}">
        <p14:creationId xmlns:p14="http://schemas.microsoft.com/office/powerpoint/2010/main" val="1801421371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425F6-DFA8-100C-00D5-14768CE31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3D3F1307-35D0-1F2E-4329-3A5B9CAD5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150418"/>
            <a:ext cx="8643848" cy="867930"/>
          </a:xfrm>
        </p:spPr>
        <p:txBody>
          <a:bodyPr/>
          <a:lstStyle/>
          <a:p>
            <a:r>
              <a:rPr lang="en-US" altLang="zh-CN" dirty="0"/>
              <a:t>PCI</a:t>
            </a:r>
            <a:r>
              <a:rPr lang="zh-CN" altLang="en-US" dirty="0"/>
              <a:t> </a:t>
            </a:r>
            <a:r>
              <a:rPr lang="en-US" altLang="zh-CN" dirty="0"/>
              <a:t>UVC</a:t>
            </a:r>
            <a:r>
              <a:rPr lang="zh-CN" altLang="en-US" dirty="0"/>
              <a:t>（摄像头协议） </a:t>
            </a:r>
            <a:r>
              <a:rPr lang="en-US" altLang="zh-CN" dirty="0"/>
              <a:t>FS</a:t>
            </a:r>
            <a:r>
              <a:rPr lang="zh-CN" altLang="en-US" dirty="0"/>
              <a:t>（</a:t>
            </a:r>
            <a:r>
              <a:rPr lang="en-US" altLang="zh-CN" dirty="0"/>
              <a:t>ext4</a:t>
            </a:r>
            <a:r>
              <a:rPr lang="zh-CN" altLang="en-US" dirty="0"/>
              <a:t>）</a:t>
            </a:r>
            <a:r>
              <a:rPr lang="en-US" altLang="zh-CN" dirty="0"/>
              <a:t>…</a:t>
            </a:r>
            <a:br>
              <a:rPr lang="en-US" altLang="zh-CN" dirty="0"/>
            </a:br>
            <a:r>
              <a:rPr lang="zh-CN" altLang="en-US" dirty="0"/>
              <a:t>还有很多驱动已经实现，但方法均与</a:t>
            </a:r>
            <a:r>
              <a:rPr lang="en-US" altLang="zh-CN" dirty="0"/>
              <a:t>Linux</a:t>
            </a:r>
            <a:r>
              <a:rPr lang="zh-CN" altLang="en-US" dirty="0"/>
              <a:t>无关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8562AF-6675-4476-258B-74ABBB171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5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C15A654-68C1-6267-DBB0-F3B208E6CCF7}"/>
              </a:ext>
            </a:extLst>
          </p:cNvPr>
          <p:cNvSpPr txBox="1"/>
          <p:nvPr/>
        </p:nvSpPr>
        <p:spPr>
          <a:xfrm>
            <a:off x="163550" y="1082485"/>
            <a:ext cx="115298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前面可以看到我的驱动全部都在</a:t>
            </a:r>
            <a:r>
              <a:rPr kumimoji="1" lang="en-US" altLang="zh-CN" dirty="0" err="1"/>
              <a:t>libos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src</a:t>
            </a:r>
            <a:r>
              <a:rPr kumimoji="1" lang="en-US" altLang="zh-CN" dirty="0"/>
              <a:t>/</a:t>
            </a:r>
            <a:r>
              <a:rPr kumimoji="1" lang="en-US" altLang="zh-CN" b="1" dirty="0"/>
              <a:t>drivers</a:t>
            </a:r>
            <a:r>
              <a:rPr kumimoji="1" lang="zh-CN" altLang="en-US" dirty="0"/>
              <a:t>里面可以看成是</a:t>
            </a:r>
            <a:r>
              <a:rPr kumimoji="1" lang="en-US" altLang="zh-CN" dirty="0" err="1"/>
              <a:t>libOS</a:t>
            </a:r>
            <a:r>
              <a:rPr kumimoji="1" lang="zh-CN" altLang="en-US" dirty="0"/>
              <a:t>的驱动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b="1" dirty="0"/>
              <a:t>drivers</a:t>
            </a:r>
            <a:r>
              <a:rPr kumimoji="1" lang="zh-CN" altLang="en-US" b="1" dirty="0"/>
              <a:t>：驱动</a:t>
            </a:r>
            <a:endParaRPr kumimoji="1" lang="en-US" altLang="zh-CN" dirty="0"/>
          </a:p>
          <a:p>
            <a:r>
              <a:rPr lang="en-US" altLang="zh-CN" b="1" dirty="0" err="1"/>
              <a:t>kernel_api</a:t>
            </a:r>
            <a:r>
              <a:rPr lang="zh-CN" altLang="en-US" b="1" dirty="0"/>
              <a:t>：内核能力的用户态封装。</a:t>
            </a:r>
            <a:r>
              <a:rPr lang="zh-CN" altLang="en-US" dirty="0"/>
              <a:t> 把系统调用包装成方便使用的接口、</a:t>
            </a:r>
            <a:endParaRPr lang="en-US" altLang="zh-CN" dirty="0"/>
          </a:p>
          <a:p>
            <a:r>
              <a:rPr lang="en-US" altLang="zh-CN" b="1" dirty="0"/>
              <a:t>runtime</a:t>
            </a:r>
            <a:r>
              <a:rPr lang="zh-CN" altLang="en-US" b="1" dirty="0"/>
              <a:t>：</a:t>
            </a:r>
            <a:r>
              <a:rPr lang="en-US" altLang="zh-CN" b="1" dirty="0" err="1"/>
              <a:t>libOS</a:t>
            </a:r>
            <a:r>
              <a:rPr lang="en-US" altLang="zh-CN" b="1" dirty="0"/>
              <a:t> </a:t>
            </a:r>
            <a:r>
              <a:rPr lang="zh-CN" altLang="en-US" b="1" dirty="0"/>
              <a:t>的运行支持。</a:t>
            </a:r>
            <a:r>
              <a:rPr lang="zh-CN" altLang="en-US" dirty="0"/>
              <a:t> 包括底层系统调用入口及部分封装、</a:t>
            </a:r>
            <a:r>
              <a:rPr lang="zh-CN" altLang="en-US" b="1" dirty="0"/>
              <a:t>日志和延时</a:t>
            </a:r>
            <a:r>
              <a:rPr lang="en-US" altLang="zh-CN" b="1" dirty="0"/>
              <a:t>delay</a:t>
            </a:r>
            <a:r>
              <a:rPr lang="zh-CN" altLang="en-US" dirty="0"/>
              <a:t>，以及 </a:t>
            </a:r>
            <a:r>
              <a:rPr lang="en-US" altLang="zh-CN" dirty="0" err="1"/>
              <a:t>block_on_usb</a:t>
            </a:r>
            <a:r>
              <a:rPr lang="en-US" altLang="zh-CN" dirty="0"/>
              <a:t> </a:t>
            </a:r>
            <a:r>
              <a:rPr lang="zh-CN" altLang="en-US" dirty="0"/>
              <a:t>这样的异步执行器，负责把驱动的异步操作接到内核中断通知上。</a:t>
            </a:r>
            <a:endParaRPr lang="en-US" altLang="zh-CN" dirty="0"/>
          </a:p>
          <a:p>
            <a:r>
              <a:rPr kumimoji="1" lang="en-US" altLang="zh-CN" b="1" dirty="0"/>
              <a:t>fs</a:t>
            </a:r>
            <a:r>
              <a:rPr kumimoji="1" lang="zh-CN" altLang="en-US" dirty="0"/>
              <a:t>是</a:t>
            </a:r>
            <a:r>
              <a:rPr kumimoji="1" lang="en-US" altLang="zh-CN" dirty="0"/>
              <a:t>fs</a:t>
            </a:r>
          </a:p>
          <a:p>
            <a:r>
              <a:rPr kumimoji="1" lang="en-US" altLang="zh-CN" b="1" dirty="0"/>
              <a:t>app</a:t>
            </a:r>
            <a:r>
              <a:rPr kumimoji="1" lang="zh-CN" altLang="en-US" dirty="0"/>
              <a:t>是具体应用逻辑，</a:t>
            </a:r>
            <a:endParaRPr kumimoji="1" lang="en-US" altLang="zh-CN" dirty="0"/>
          </a:p>
          <a:p>
            <a:r>
              <a:rPr kumimoji="1" lang="en-US" altLang="zh-CN" b="1" dirty="0"/>
              <a:t>main</a:t>
            </a:r>
            <a:r>
              <a:rPr kumimoji="1" lang="zh-CN" altLang="en-US" dirty="0"/>
              <a:t>是</a:t>
            </a:r>
            <a:r>
              <a:rPr kumimoji="1" lang="en-US" altLang="zh-CN" dirty="0" err="1"/>
              <a:t>libos</a:t>
            </a:r>
            <a:r>
              <a:rPr kumimoji="1" lang="zh-CN" altLang="en-US" dirty="0"/>
              <a:t>入口，根据编译会分发到不同的</a:t>
            </a:r>
            <a:r>
              <a:rPr kumimoji="1" lang="en-US" altLang="zh-CN" dirty="0"/>
              <a:t>app</a:t>
            </a:r>
            <a:r>
              <a:rPr kumimoji="1" lang="zh-CN" altLang="en-US" dirty="0"/>
              <a:t>（实际用户做的事儿比如说推理</a:t>
            </a:r>
            <a:r>
              <a:rPr kumimoji="1" lang="en-US" altLang="zh-CN" dirty="0"/>
              <a:t>…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Kernel</a:t>
            </a:r>
            <a:r>
              <a:rPr kumimoji="1" lang="zh-CN" altLang="en-US" dirty="0"/>
              <a:t>的实现对于驱动开发应该暂时不用管</a:t>
            </a:r>
            <a:endParaRPr kumimoji="1" lang="en-US" altLang="zh-CN" dirty="0"/>
          </a:p>
          <a:p>
            <a:r>
              <a:rPr kumimoji="1" lang="zh-CN" altLang="en-US" dirty="0"/>
              <a:t>如果碰到</a:t>
            </a:r>
            <a:r>
              <a:rPr kumimoji="1" lang="en-US" altLang="zh-CN" dirty="0" err="1"/>
              <a:t>kenel</a:t>
            </a:r>
            <a:r>
              <a:rPr kumimoji="1" lang="zh-CN" altLang="en-US" dirty="0"/>
              <a:t>有啥问题直接微信联系我</a:t>
            </a:r>
            <a:endParaRPr kumimoji="1"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4A6AD85-48E0-10A4-0472-B20B52898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351" y="3429000"/>
            <a:ext cx="2737517" cy="30237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AE9F9851-E423-F07F-2F55-6721D85123EA}"/>
                  </a:ext>
                </a:extLst>
              </p14:cNvPr>
              <p14:cNvContentPartPr/>
              <p14:nvPr/>
            </p14:nvContentPartPr>
            <p14:xfrm>
              <a:off x="816480" y="4525920"/>
              <a:ext cx="3731400" cy="124992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AE9F9851-E423-F07F-2F55-6721D85123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7120" y="4516560"/>
                <a:ext cx="3750120" cy="126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3431785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20480-A15F-D178-605E-0FB96E845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B59E9ACD-7E3F-1360-31CD-1A5B6274C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驱动移植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2C0460-23F5-83C4-A1A7-4A9678DBE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7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994772-EDA7-3220-2436-9ED8453B5839}"/>
              </a:ext>
            </a:extLst>
          </p:cNvPr>
          <p:cNvSpPr txBox="1"/>
          <p:nvPr/>
        </p:nvSpPr>
        <p:spPr>
          <a:xfrm>
            <a:off x="1169233" y="1064302"/>
            <a:ext cx="5423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问了一下</a:t>
            </a:r>
            <a:r>
              <a:rPr kumimoji="1" lang="en-US" altLang="zh-CN" dirty="0"/>
              <a:t>AI</a:t>
            </a:r>
            <a:r>
              <a:rPr kumimoji="1" lang="zh-CN" altLang="en-US" dirty="0"/>
              <a:t> ，到底是</a:t>
            </a:r>
            <a:r>
              <a:rPr lang="en-US" altLang="zh-CN" dirty="0"/>
              <a:t>LLVM IR </a:t>
            </a:r>
            <a:r>
              <a:rPr lang="zh-CN" altLang="en-US" dirty="0"/>
              <a:t>这类通用编译器 </a:t>
            </a:r>
            <a:r>
              <a:rPr lang="en-US" altLang="zh-CN" dirty="0"/>
              <a:t>IR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kumimoji="1" lang="en-US" altLang="zh-CN" dirty="0"/>
              <a:t>		</a:t>
            </a:r>
            <a:r>
              <a:rPr kumimoji="1" lang="zh-CN" altLang="en-US" dirty="0"/>
              <a:t>还是</a:t>
            </a:r>
            <a:r>
              <a:rPr lang="zh-CN" altLang="en-US" dirty="0"/>
              <a:t>面向驱动的语义 </a:t>
            </a:r>
            <a:r>
              <a:rPr lang="en-US" altLang="zh-CN" dirty="0"/>
              <a:t>IR</a:t>
            </a:r>
            <a:endParaRPr kumimoji="1" lang="zh-CN" altLang="en-US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8319502-A0E5-EB8D-2B39-1E919D856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867914"/>
              </p:ext>
            </p:extLst>
          </p:nvPr>
        </p:nvGraphicFramePr>
        <p:xfrm>
          <a:off x="1465873" y="2109190"/>
          <a:ext cx="10515600" cy="16459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57247453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206211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296222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IR </a:t>
                      </a:r>
                      <a:r>
                        <a:rPr lang="zh-CN" altLang="en-US"/>
                        <a:t>类型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能做什么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还缺什么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346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LLVM IR </a:t>
                      </a:r>
                      <a:r>
                        <a:rPr lang="zh-CN" altLang="en-US" dirty="0"/>
                        <a:t>这类通用编译器 </a:t>
                      </a:r>
                      <a:r>
                        <a:rPr lang="en-US" dirty="0"/>
                        <a:t>IR</a:t>
                      </a:r>
                    </a:p>
                    <a:p>
                      <a:pPr>
                        <a:buNone/>
                      </a:pPr>
                      <a:r>
                        <a:rPr lang="zh-CN" altLang="en-US" dirty="0"/>
                        <a:t>（应该不是吧）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表达计算、分支、访存、函数调用等，便于分析和转换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不会自动理解某段代码是“提交 </a:t>
                      </a:r>
                      <a:r>
                        <a:rPr lang="en-US" dirty="0"/>
                        <a:t>DMA”</a:t>
                      </a:r>
                      <a:r>
                        <a:rPr lang="zh-CN" altLang="en-US" dirty="0"/>
                        <a:t>还是“确认中断”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07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/>
                        <a:t>面向驱动的语义 </a:t>
                      </a:r>
                      <a:r>
                        <a:rPr lang="en-US" b="1" dirty="0"/>
                        <a:t>IR</a:t>
                      </a:r>
                    </a:p>
                    <a:p>
                      <a:pPr>
                        <a:buNone/>
                      </a:pPr>
                      <a:r>
                        <a:rPr lang="zh-CN" altLang="en-US" dirty="0"/>
                        <a:t>（有没有人做过？可以参考）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明确表达 </a:t>
                      </a:r>
                      <a:r>
                        <a:rPr lang="en-US" dirty="0"/>
                        <a:t>MMIO、DMA、IRQ、</a:t>
                      </a:r>
                      <a:r>
                        <a:rPr lang="zh-CN" altLang="en-US" dirty="0"/>
                        <a:t>等待、资源生命周期等操作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需要你们</a:t>
                      </a:r>
                      <a:r>
                        <a:rPr lang="zh-CN" altLang="en-US" dirty="0">
                          <a:highlight>
                            <a:srgbClr val="FFFF00"/>
                          </a:highlight>
                        </a:rPr>
                        <a:t>定义语义？</a:t>
                      </a:r>
                      <a:r>
                        <a:rPr lang="zh-CN" altLang="en-US" dirty="0"/>
                        <a:t>，并从 </a:t>
                      </a:r>
                      <a:r>
                        <a:rPr lang="en-US" dirty="0"/>
                        <a:t>Linux </a:t>
                      </a:r>
                      <a:r>
                        <a:rPr lang="zh-CN" altLang="en-US" dirty="0"/>
                        <a:t>代码中正确提取出来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641465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84D92462-19A4-D036-8B18-0881BF76978D}"/>
                  </a:ext>
                </a:extLst>
              </p14:cNvPr>
              <p14:cNvContentPartPr/>
              <p14:nvPr/>
            </p14:nvContentPartPr>
            <p14:xfrm>
              <a:off x="206640" y="2328480"/>
              <a:ext cx="10322640" cy="43452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84D92462-19A4-D036-8B18-0881BF7697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280" y="2319120"/>
                <a:ext cx="10341360" cy="436392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DA20E3BB-6B00-3882-DAC1-278B0CADD519}"/>
              </a:ext>
            </a:extLst>
          </p:cNvPr>
          <p:cNvSpPr txBox="1"/>
          <p:nvPr/>
        </p:nvSpPr>
        <p:spPr>
          <a:xfrm>
            <a:off x="8161020" y="4972050"/>
            <a:ext cx="3127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保证正确性，不看实现</a:t>
            </a:r>
            <a:endParaRPr kumimoji="1" lang="en-US" altLang="zh-CN" dirty="0"/>
          </a:p>
          <a:p>
            <a:r>
              <a:rPr kumimoji="1" lang="en-US" altLang="zh-CN" dirty="0"/>
              <a:t>LLM</a:t>
            </a:r>
            <a:r>
              <a:rPr kumimoji="1" lang="zh-CN" altLang="en-US" dirty="0"/>
              <a:t>实现代码生成</a:t>
            </a:r>
            <a:r>
              <a:rPr kumimoji="1" lang="en-US" altLang="zh-CN" dirty="0"/>
              <a:t>+</a:t>
            </a:r>
            <a:r>
              <a:rPr kumimoji="1" lang="zh-CN" altLang="en-US" dirty="0"/>
              <a:t>用例覆盖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06A8EE-62A2-976F-315C-95675609660E}"/>
              </a:ext>
            </a:extLst>
          </p:cNvPr>
          <p:cNvSpPr txBox="1"/>
          <p:nvPr/>
        </p:nvSpPr>
        <p:spPr>
          <a:xfrm>
            <a:off x="7086600" y="3854749"/>
            <a:ext cx="29145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1.</a:t>
            </a:r>
            <a:r>
              <a:rPr kumimoji="1" lang="zh-CN" altLang="en-US" dirty="0"/>
              <a:t>移植前后同一个硬件</a:t>
            </a:r>
            <a:endParaRPr kumimoji="1" lang="en-US" altLang="zh-CN" dirty="0"/>
          </a:p>
          <a:p>
            <a:r>
              <a:rPr kumimoji="1" lang="en-US" altLang="zh-CN" dirty="0"/>
              <a:t>2.</a:t>
            </a:r>
            <a:r>
              <a:rPr kumimoji="1" lang="zh-CN" altLang="en-US" dirty="0"/>
              <a:t>目的：驱动在新内核实现</a:t>
            </a:r>
          </a:p>
        </p:txBody>
      </p:sp>
    </p:spTree>
    <p:extLst>
      <p:ext uri="{BB962C8B-B14F-4D97-AF65-F5344CB8AC3E}">
        <p14:creationId xmlns:p14="http://schemas.microsoft.com/office/powerpoint/2010/main" val="2052248853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内页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DB497F5-6951-9E42-8F4E-D0E9C0853E2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fb71dc2f-75d1-4bcd-b8e9-c534ffaed1ea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9EF2B67-DC27-A44E-AF0E-970366EE2622}">
  <we:reference id="69d1cb02-b65b-4ca3-b7df-88ddb1cf8eaa" version="1.0.0.0" store="developer" storeType="Registry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4787</TotalTime>
  <Words>1247</Words>
  <Application>Microsoft Macintosh PowerPoint</Application>
  <PresentationFormat>宽屏</PresentationFormat>
  <Paragraphs>146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微软雅黑</vt:lpstr>
      <vt:lpstr>Arial</vt:lpstr>
      <vt:lpstr>Century Gothic</vt:lpstr>
      <vt:lpstr>Courier New</vt:lpstr>
      <vt:lpstr>内页​​</vt:lpstr>
      <vt:lpstr>PowerPoint 演示文稿</vt:lpstr>
      <vt:lpstr>主要设计思想</vt:lpstr>
      <vt:lpstr>UserBootInfo</vt:lpstr>
      <vt:lpstr>UserBootInfo</vt:lpstr>
      <vt:lpstr>UART为例，用户态如何访问硬件</vt:lpstr>
      <vt:lpstr>XHCI(USB控制器)-取得资源并初始化控制器</vt:lpstr>
      <vt:lpstr>XHCI控制器就绪后，一次 USB 请求怎样完成?</vt:lpstr>
      <vt:lpstr>PCI UVC（摄像头协议） FS（ext4）… 还有很多驱动已经实现，但方法均与Linux无关</vt:lpstr>
      <vt:lpstr>驱动移植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- Vel</dc:creator>
  <cp:keywords/>
  <dc:description/>
  <cp:lastModifiedBy>- Vel</cp:lastModifiedBy>
  <cp:revision>26</cp:revision>
  <dcterms:created xsi:type="dcterms:W3CDTF">2026-04-03T03:36:25Z</dcterms:created>
  <dcterms:modified xsi:type="dcterms:W3CDTF">2026-10-16T08:22:49Z</dcterms:modified>
  <cp:category/>
</cp:coreProperties>
</file>